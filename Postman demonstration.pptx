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23"/>
  </p:notesMasterIdLst>
  <p:sldIdLst>
    <p:sldId id="256" r:id="rId2"/>
    <p:sldId id="265" r:id="rId3"/>
    <p:sldId id="266" r:id="rId4"/>
    <p:sldId id="272" r:id="rId5"/>
    <p:sldId id="273" r:id="rId6"/>
    <p:sldId id="258" r:id="rId7"/>
    <p:sldId id="260" r:id="rId8"/>
    <p:sldId id="261" r:id="rId9"/>
    <p:sldId id="262" r:id="rId10"/>
    <p:sldId id="259" r:id="rId11"/>
    <p:sldId id="263" r:id="rId12"/>
    <p:sldId id="264" r:id="rId13"/>
    <p:sldId id="267" r:id="rId14"/>
    <p:sldId id="268" r:id="rId15"/>
    <p:sldId id="269" r:id="rId16"/>
    <p:sldId id="270" r:id="rId17"/>
    <p:sldId id="271" r:id="rId18"/>
    <p:sldId id="274" r:id="rId19"/>
    <p:sldId id="275" r:id="rId20"/>
    <p:sldId id="276" r:id="rId21"/>
    <p:sldId id="278" r:id="rId22"/>
  </p:sldIdLst>
  <p:sldSz cx="9144000" cy="5143500" type="screen16x9"/>
  <p:notesSz cx="6858000" cy="9144000"/>
  <p:embeddedFontLst>
    <p:embeddedFont>
      <p:font typeface="Blinker" panose="020B0604020202020204" charset="0"/>
      <p:regular r:id="rId24"/>
      <p:bold r:id="rId25"/>
    </p:embeddedFont>
    <p:embeddedFont>
      <p:font typeface="Inconsolata Medium" pitchFamily="1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B7E8C2F-4FC3-4DCD-83BF-82BF6B3C8365}">
  <a:tblStyle styleId="{8B7E8C2F-4FC3-4DCD-83BF-82BF6B3C836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0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elis Gheorghias" userId="da2eb0ca52ad48a3" providerId="LiveId" clId="{252F1BB4-DEA7-4EC9-8B81-545CA1A60299}"/>
    <pc:docChg chg="undo custSel addSld delSld modSld sldOrd delMainMaster">
      <pc:chgData name="Anelis Gheorghias" userId="da2eb0ca52ad48a3" providerId="LiveId" clId="{252F1BB4-DEA7-4EC9-8B81-545CA1A60299}" dt="2025-01-12T22:35:12.799" v="501" actId="478"/>
      <pc:docMkLst>
        <pc:docMk/>
      </pc:docMkLst>
      <pc:sldChg chg="addSp delSp modSp add del mod">
        <pc:chgData name="Anelis Gheorghias" userId="da2eb0ca52ad48a3" providerId="LiveId" clId="{252F1BB4-DEA7-4EC9-8B81-545CA1A60299}" dt="2025-01-12T22:06:44.990" v="128" actId="20577"/>
        <pc:sldMkLst>
          <pc:docMk/>
          <pc:sldMk cId="0" sldId="256"/>
        </pc:sldMkLst>
        <pc:spChg chg="add del mod">
          <ac:chgData name="Anelis Gheorghias" userId="da2eb0ca52ad48a3" providerId="LiveId" clId="{252F1BB4-DEA7-4EC9-8B81-545CA1A60299}" dt="2025-01-12T22:06:12.599" v="79" actId="478"/>
          <ac:spMkLst>
            <pc:docMk/>
            <pc:sldMk cId="0" sldId="256"/>
            <ac:spMk id="3" creationId="{53D11AD6-DD95-8992-1764-53A72F5163C1}"/>
          </ac:spMkLst>
        </pc:spChg>
        <pc:spChg chg="mod">
          <ac:chgData name="Anelis Gheorghias" userId="da2eb0ca52ad48a3" providerId="LiveId" clId="{252F1BB4-DEA7-4EC9-8B81-545CA1A60299}" dt="2025-01-12T22:05:57.413" v="56" actId="20577"/>
          <ac:spMkLst>
            <pc:docMk/>
            <pc:sldMk cId="0" sldId="256"/>
            <ac:spMk id="542" creationId="{00000000-0000-0000-0000-000000000000}"/>
          </ac:spMkLst>
        </pc:spChg>
        <pc:spChg chg="mod">
          <ac:chgData name="Anelis Gheorghias" userId="da2eb0ca52ad48a3" providerId="LiveId" clId="{252F1BB4-DEA7-4EC9-8B81-545CA1A60299}" dt="2025-01-12T22:06:44.990" v="128" actId="20577"/>
          <ac:spMkLst>
            <pc:docMk/>
            <pc:sldMk cId="0" sldId="256"/>
            <ac:spMk id="543" creationId="{00000000-0000-0000-0000-000000000000}"/>
          </ac:spMkLst>
        </pc:spChg>
        <pc:spChg chg="mod">
          <ac:chgData name="Anelis Gheorghias" userId="da2eb0ca52ad48a3" providerId="LiveId" clId="{252F1BB4-DEA7-4EC9-8B81-545CA1A60299}" dt="2025-01-12T22:06:05.357" v="77" actId="20577"/>
          <ac:spMkLst>
            <pc:docMk/>
            <pc:sldMk cId="0" sldId="256"/>
            <ac:spMk id="544" creationId="{00000000-0000-0000-0000-000000000000}"/>
          </ac:spMkLst>
        </pc:spChg>
        <pc:spChg chg="del">
          <ac:chgData name="Anelis Gheorghias" userId="da2eb0ca52ad48a3" providerId="LiveId" clId="{252F1BB4-DEA7-4EC9-8B81-545CA1A60299}" dt="2025-01-12T22:06:10.199" v="78" actId="478"/>
          <ac:spMkLst>
            <pc:docMk/>
            <pc:sldMk cId="0" sldId="256"/>
            <ac:spMk id="545" creationId="{00000000-0000-0000-0000-000000000000}"/>
          </ac:spMkLst>
        </pc:spChg>
        <pc:cxnChg chg="mod">
          <ac:chgData name="Anelis Gheorghias" userId="da2eb0ca52ad48a3" providerId="LiveId" clId="{252F1BB4-DEA7-4EC9-8B81-545CA1A60299}" dt="2025-01-12T22:06:10.199" v="78" actId="478"/>
          <ac:cxnSpMkLst>
            <pc:docMk/>
            <pc:sldMk cId="0" sldId="256"/>
            <ac:cxnSpMk id="546" creationId="{00000000-0000-0000-0000-000000000000}"/>
          </ac:cxnSpMkLst>
        </pc:cxnChg>
      </pc:sldChg>
      <pc:sldChg chg="del">
        <pc:chgData name="Anelis Gheorghias" userId="da2eb0ca52ad48a3" providerId="LiveId" clId="{252F1BB4-DEA7-4EC9-8B81-545CA1A60299}" dt="2025-01-12T22:05:39.694" v="0" actId="47"/>
        <pc:sldMkLst>
          <pc:docMk/>
          <pc:sldMk cId="0" sldId="257"/>
        </pc:sldMkLst>
      </pc:sldChg>
      <pc:sldChg chg="new del">
        <pc:chgData name="Anelis Gheorghias" userId="da2eb0ca52ad48a3" providerId="LiveId" clId="{252F1BB4-DEA7-4EC9-8B81-545CA1A60299}" dt="2025-01-12T22:07:24.581" v="130" actId="680"/>
        <pc:sldMkLst>
          <pc:docMk/>
          <pc:sldMk cId="924990242" sldId="257"/>
        </pc:sldMkLst>
      </pc:sldChg>
      <pc:sldChg chg="addSp delSp modSp new del mod">
        <pc:chgData name="Anelis Gheorghias" userId="da2eb0ca52ad48a3" providerId="LiveId" clId="{252F1BB4-DEA7-4EC9-8B81-545CA1A60299}" dt="2025-01-12T22:10:01.036" v="157" actId="47"/>
        <pc:sldMkLst>
          <pc:docMk/>
          <pc:sldMk cId="1579627481" sldId="257"/>
        </pc:sldMkLst>
        <pc:spChg chg="del">
          <ac:chgData name="Anelis Gheorghias" userId="da2eb0ca52ad48a3" providerId="LiveId" clId="{252F1BB4-DEA7-4EC9-8B81-545CA1A60299}" dt="2025-01-12T22:08:39.010" v="134" actId="478"/>
          <ac:spMkLst>
            <pc:docMk/>
            <pc:sldMk cId="1579627481" sldId="257"/>
            <ac:spMk id="2" creationId="{E1F9ED63-2931-F57A-EC16-1601B61F0AEF}"/>
          </ac:spMkLst>
        </pc:spChg>
        <pc:picChg chg="add mod">
          <ac:chgData name="Anelis Gheorghias" userId="da2eb0ca52ad48a3" providerId="LiveId" clId="{252F1BB4-DEA7-4EC9-8B81-545CA1A60299}" dt="2025-01-12T22:09:14.864" v="143" actId="1076"/>
          <ac:picMkLst>
            <pc:docMk/>
            <pc:sldMk cId="1579627481" sldId="257"/>
            <ac:picMk id="4" creationId="{0D3D599F-E24D-EC33-05BC-CC2A22420DDE}"/>
          </ac:picMkLst>
        </pc:picChg>
        <pc:picChg chg="add mod">
          <ac:chgData name="Anelis Gheorghias" userId="da2eb0ca52ad48a3" providerId="LiveId" clId="{252F1BB4-DEA7-4EC9-8B81-545CA1A60299}" dt="2025-01-12T22:09:01.240" v="138" actId="1076"/>
          <ac:picMkLst>
            <pc:docMk/>
            <pc:sldMk cId="1579627481" sldId="257"/>
            <ac:picMk id="6" creationId="{4F9191D7-8DED-F15F-669F-55391FE75BB1}"/>
          </ac:picMkLst>
        </pc:picChg>
      </pc:sldChg>
      <pc:sldChg chg="del">
        <pc:chgData name="Anelis Gheorghias" userId="da2eb0ca52ad48a3" providerId="LiveId" clId="{252F1BB4-DEA7-4EC9-8B81-545CA1A60299}" dt="2025-01-12T22:05:39.904" v="1" actId="47"/>
        <pc:sldMkLst>
          <pc:docMk/>
          <pc:sldMk cId="0" sldId="258"/>
        </pc:sldMkLst>
      </pc:sldChg>
      <pc:sldChg chg="addSp delSp modSp new mod">
        <pc:chgData name="Anelis Gheorghias" userId="da2eb0ca52ad48a3" providerId="LiveId" clId="{252F1BB4-DEA7-4EC9-8B81-545CA1A60299}" dt="2025-01-12T22:31:19.220" v="390" actId="20577"/>
        <pc:sldMkLst>
          <pc:docMk/>
          <pc:sldMk cId="841707991" sldId="258"/>
        </pc:sldMkLst>
        <pc:spChg chg="del">
          <ac:chgData name="Anelis Gheorghias" userId="da2eb0ca52ad48a3" providerId="LiveId" clId="{252F1BB4-DEA7-4EC9-8B81-545CA1A60299}" dt="2025-01-12T22:09:31.244" v="146" actId="478"/>
          <ac:spMkLst>
            <pc:docMk/>
            <pc:sldMk cId="841707991" sldId="258"/>
            <ac:spMk id="2" creationId="{126526C6-73D7-D02D-6EEC-B3E7382B758A}"/>
          </ac:spMkLst>
        </pc:spChg>
        <pc:spChg chg="del">
          <ac:chgData name="Anelis Gheorghias" userId="da2eb0ca52ad48a3" providerId="LiveId" clId="{252F1BB4-DEA7-4EC9-8B81-545CA1A60299}" dt="2025-01-12T22:09:33.788" v="148" actId="478"/>
          <ac:spMkLst>
            <pc:docMk/>
            <pc:sldMk cId="841707991" sldId="258"/>
            <ac:spMk id="3" creationId="{F61F54EE-AF02-1448-2783-77FBA74B25BF}"/>
          </ac:spMkLst>
        </pc:spChg>
        <pc:spChg chg="del">
          <ac:chgData name="Anelis Gheorghias" userId="da2eb0ca52ad48a3" providerId="LiveId" clId="{252F1BB4-DEA7-4EC9-8B81-545CA1A60299}" dt="2025-01-12T22:09:32.846" v="147" actId="478"/>
          <ac:spMkLst>
            <pc:docMk/>
            <pc:sldMk cId="841707991" sldId="258"/>
            <ac:spMk id="4" creationId="{58B7C846-C1A3-E2A0-7BCE-91175B696D7D}"/>
          </ac:spMkLst>
        </pc:spChg>
        <pc:spChg chg="del">
          <ac:chgData name="Anelis Gheorghias" userId="da2eb0ca52ad48a3" providerId="LiveId" clId="{252F1BB4-DEA7-4EC9-8B81-545CA1A60299}" dt="2025-01-12T22:09:30.461" v="145" actId="478"/>
          <ac:spMkLst>
            <pc:docMk/>
            <pc:sldMk cId="841707991" sldId="258"/>
            <ac:spMk id="5" creationId="{4D7E92AC-0AF6-05CB-137C-778C073EBFEB}"/>
          </ac:spMkLst>
        </pc:spChg>
        <pc:spChg chg="add mod">
          <ac:chgData name="Anelis Gheorghias" userId="da2eb0ca52ad48a3" providerId="LiveId" clId="{252F1BB4-DEA7-4EC9-8B81-545CA1A60299}" dt="2025-01-12T22:31:19.220" v="390" actId="20577"/>
          <ac:spMkLst>
            <pc:docMk/>
            <pc:sldMk cId="841707991" sldId="258"/>
            <ac:spMk id="9" creationId="{C1F4D921-29D3-5E2D-C5BB-D227490EDA4E}"/>
          </ac:spMkLst>
        </pc:spChg>
        <pc:picChg chg="add mod">
          <ac:chgData name="Anelis Gheorghias" userId="da2eb0ca52ad48a3" providerId="LiveId" clId="{252F1BB4-DEA7-4EC9-8B81-545CA1A60299}" dt="2025-01-12T22:14:10.659" v="180" actId="1440"/>
          <ac:picMkLst>
            <pc:docMk/>
            <pc:sldMk cId="841707991" sldId="258"/>
            <ac:picMk id="6" creationId="{5CFA67C4-E465-37BB-FBBB-696C53E4C3DC}"/>
          </ac:picMkLst>
        </pc:picChg>
        <pc:picChg chg="add mod">
          <ac:chgData name="Anelis Gheorghias" userId="da2eb0ca52ad48a3" providerId="LiveId" clId="{252F1BB4-DEA7-4EC9-8B81-545CA1A60299}" dt="2025-01-12T22:11:01.813" v="160" actId="1076"/>
          <ac:picMkLst>
            <pc:docMk/>
            <pc:sldMk cId="841707991" sldId="258"/>
            <ac:picMk id="7" creationId="{657ADD53-F6CD-B827-2171-EE032B6C5230}"/>
          </ac:picMkLst>
        </pc:picChg>
      </pc:sldChg>
      <pc:sldChg chg="del">
        <pc:chgData name="Anelis Gheorghias" userId="da2eb0ca52ad48a3" providerId="LiveId" clId="{252F1BB4-DEA7-4EC9-8B81-545CA1A60299}" dt="2025-01-12T22:05:40.127" v="2" actId="47"/>
        <pc:sldMkLst>
          <pc:docMk/>
          <pc:sldMk cId="0" sldId="259"/>
        </pc:sldMkLst>
      </pc:sldChg>
      <pc:sldChg chg="addSp modSp add mod">
        <pc:chgData name="Anelis Gheorghias" userId="da2eb0ca52ad48a3" providerId="LiveId" clId="{252F1BB4-DEA7-4EC9-8B81-545CA1A60299}" dt="2025-01-12T22:16:03.565" v="197" actId="1076"/>
        <pc:sldMkLst>
          <pc:docMk/>
          <pc:sldMk cId="3461898179" sldId="259"/>
        </pc:sldMkLst>
        <pc:picChg chg="add mod">
          <ac:chgData name="Anelis Gheorghias" userId="da2eb0ca52ad48a3" providerId="LiveId" clId="{252F1BB4-DEA7-4EC9-8B81-545CA1A60299}" dt="2025-01-12T22:16:03.565" v="197" actId="1076"/>
          <ac:picMkLst>
            <pc:docMk/>
            <pc:sldMk cId="3461898179" sldId="259"/>
            <ac:picMk id="3" creationId="{676455E5-6418-F77B-22F9-FB0F29FB3E51}"/>
          </ac:picMkLst>
        </pc:picChg>
        <pc:picChg chg="add mod">
          <ac:chgData name="Anelis Gheorghias" userId="da2eb0ca52ad48a3" providerId="LiveId" clId="{252F1BB4-DEA7-4EC9-8B81-545CA1A60299}" dt="2025-01-12T22:16:03.565" v="197" actId="1076"/>
          <ac:picMkLst>
            <pc:docMk/>
            <pc:sldMk cId="3461898179" sldId="259"/>
            <ac:picMk id="5" creationId="{AC142EAB-5525-19F4-D942-3B8FCBB220E6}"/>
          </ac:picMkLst>
        </pc:picChg>
      </pc:sldChg>
      <pc:sldChg chg="del">
        <pc:chgData name="Anelis Gheorghias" userId="da2eb0ca52ad48a3" providerId="LiveId" clId="{252F1BB4-DEA7-4EC9-8B81-545CA1A60299}" dt="2025-01-12T22:05:40.352" v="3" actId="47"/>
        <pc:sldMkLst>
          <pc:docMk/>
          <pc:sldMk cId="0" sldId="260"/>
        </pc:sldMkLst>
      </pc:sldChg>
      <pc:sldChg chg="addSp modSp add mod">
        <pc:chgData name="Anelis Gheorghias" userId="da2eb0ca52ad48a3" providerId="LiveId" clId="{252F1BB4-DEA7-4EC9-8B81-545CA1A60299}" dt="2025-01-12T22:11:43.778" v="167" actId="1440"/>
        <pc:sldMkLst>
          <pc:docMk/>
          <pc:sldMk cId="2487326265" sldId="260"/>
        </pc:sldMkLst>
        <pc:picChg chg="add mod">
          <ac:chgData name="Anelis Gheorghias" userId="da2eb0ca52ad48a3" providerId="LiveId" clId="{252F1BB4-DEA7-4EC9-8B81-545CA1A60299}" dt="2025-01-12T22:11:09.649" v="162" actId="1076"/>
          <ac:picMkLst>
            <pc:docMk/>
            <pc:sldMk cId="2487326265" sldId="260"/>
            <ac:picMk id="3" creationId="{042EDB58-A785-CCBD-BD82-DEE2A0A1F47F}"/>
          </ac:picMkLst>
        </pc:picChg>
        <pc:picChg chg="add mod">
          <ac:chgData name="Anelis Gheorghias" userId="da2eb0ca52ad48a3" providerId="LiveId" clId="{252F1BB4-DEA7-4EC9-8B81-545CA1A60299}" dt="2025-01-12T22:11:43.778" v="167" actId="1440"/>
          <ac:picMkLst>
            <pc:docMk/>
            <pc:sldMk cId="2487326265" sldId="260"/>
            <ac:picMk id="5" creationId="{F7B29EC6-10E0-E799-15DF-2745EC7E44AB}"/>
          </ac:picMkLst>
        </pc:picChg>
      </pc:sldChg>
      <pc:sldChg chg="del">
        <pc:chgData name="Anelis Gheorghias" userId="da2eb0ca52ad48a3" providerId="LiveId" clId="{252F1BB4-DEA7-4EC9-8B81-545CA1A60299}" dt="2025-01-12T22:05:40.576" v="4" actId="47"/>
        <pc:sldMkLst>
          <pc:docMk/>
          <pc:sldMk cId="0" sldId="261"/>
        </pc:sldMkLst>
      </pc:sldChg>
      <pc:sldChg chg="addSp modSp add mod">
        <pc:chgData name="Anelis Gheorghias" userId="da2eb0ca52ad48a3" providerId="LiveId" clId="{252F1BB4-DEA7-4EC9-8B81-545CA1A60299}" dt="2025-01-12T22:13:50.562" v="179" actId="1440"/>
        <pc:sldMkLst>
          <pc:docMk/>
          <pc:sldMk cId="1243501024" sldId="261"/>
        </pc:sldMkLst>
        <pc:picChg chg="add mod">
          <ac:chgData name="Anelis Gheorghias" userId="da2eb0ca52ad48a3" providerId="LiveId" clId="{252F1BB4-DEA7-4EC9-8B81-545CA1A60299}" dt="2025-01-12T22:12:04.246" v="170" actId="1076"/>
          <ac:picMkLst>
            <pc:docMk/>
            <pc:sldMk cId="1243501024" sldId="261"/>
            <ac:picMk id="3" creationId="{DF20D2E5-DB41-39B3-A167-40A391F484DA}"/>
          </ac:picMkLst>
        </pc:picChg>
        <pc:picChg chg="add mod">
          <ac:chgData name="Anelis Gheorghias" userId="da2eb0ca52ad48a3" providerId="LiveId" clId="{252F1BB4-DEA7-4EC9-8B81-545CA1A60299}" dt="2025-01-12T22:13:50.562" v="179" actId="1440"/>
          <ac:picMkLst>
            <pc:docMk/>
            <pc:sldMk cId="1243501024" sldId="261"/>
            <ac:picMk id="5" creationId="{D69A2AA9-AC45-CBA8-1878-59D5C9DE7531}"/>
          </ac:picMkLst>
        </pc:picChg>
      </pc:sldChg>
      <pc:sldChg chg="del">
        <pc:chgData name="Anelis Gheorghias" userId="da2eb0ca52ad48a3" providerId="LiveId" clId="{252F1BB4-DEA7-4EC9-8B81-545CA1A60299}" dt="2025-01-12T22:05:41.037" v="5" actId="47"/>
        <pc:sldMkLst>
          <pc:docMk/>
          <pc:sldMk cId="0" sldId="262"/>
        </pc:sldMkLst>
      </pc:sldChg>
      <pc:sldChg chg="addSp modSp add mod">
        <pc:chgData name="Anelis Gheorghias" userId="da2eb0ca52ad48a3" providerId="LiveId" clId="{252F1BB4-DEA7-4EC9-8B81-545CA1A60299}" dt="2025-01-12T22:15:11.257" v="188" actId="1076"/>
        <pc:sldMkLst>
          <pc:docMk/>
          <pc:sldMk cId="4132494810" sldId="262"/>
        </pc:sldMkLst>
        <pc:picChg chg="add mod">
          <ac:chgData name="Anelis Gheorghias" userId="da2eb0ca52ad48a3" providerId="LiveId" clId="{252F1BB4-DEA7-4EC9-8B81-545CA1A60299}" dt="2025-01-12T22:14:39.330" v="183" actId="1076"/>
          <ac:picMkLst>
            <pc:docMk/>
            <pc:sldMk cId="4132494810" sldId="262"/>
            <ac:picMk id="3" creationId="{33C838E0-3858-8835-D0D1-4C812F12E034}"/>
          </ac:picMkLst>
        </pc:picChg>
        <pc:picChg chg="add mod">
          <ac:chgData name="Anelis Gheorghias" userId="da2eb0ca52ad48a3" providerId="LiveId" clId="{252F1BB4-DEA7-4EC9-8B81-545CA1A60299}" dt="2025-01-12T22:15:11.257" v="188" actId="1076"/>
          <ac:picMkLst>
            <pc:docMk/>
            <pc:sldMk cId="4132494810" sldId="262"/>
            <ac:picMk id="5" creationId="{28C977B9-5BAA-1328-EF83-F4A0440586A0}"/>
          </ac:picMkLst>
        </pc:picChg>
      </pc:sldChg>
      <pc:sldChg chg="del">
        <pc:chgData name="Anelis Gheorghias" userId="da2eb0ca52ad48a3" providerId="LiveId" clId="{252F1BB4-DEA7-4EC9-8B81-545CA1A60299}" dt="2025-01-12T22:05:41.544" v="6" actId="47"/>
        <pc:sldMkLst>
          <pc:docMk/>
          <pc:sldMk cId="0" sldId="263"/>
        </pc:sldMkLst>
      </pc:sldChg>
      <pc:sldChg chg="addSp delSp modSp new mod">
        <pc:chgData name="Anelis Gheorghias" userId="da2eb0ca52ad48a3" providerId="LiveId" clId="{252F1BB4-DEA7-4EC9-8B81-545CA1A60299}" dt="2025-01-12T22:17:24.581" v="227" actId="478"/>
        <pc:sldMkLst>
          <pc:docMk/>
          <pc:sldMk cId="3577573809" sldId="263"/>
        </pc:sldMkLst>
        <pc:spChg chg="del">
          <ac:chgData name="Anelis Gheorghias" userId="da2eb0ca52ad48a3" providerId="LiveId" clId="{252F1BB4-DEA7-4EC9-8B81-545CA1A60299}" dt="2025-01-12T22:16:15.351" v="200" actId="478"/>
          <ac:spMkLst>
            <pc:docMk/>
            <pc:sldMk cId="3577573809" sldId="263"/>
            <ac:spMk id="2" creationId="{677BA0CA-A04B-D963-0678-8EB67543C08F}"/>
          </ac:spMkLst>
        </pc:spChg>
        <pc:spChg chg="del">
          <ac:chgData name="Anelis Gheorghias" userId="da2eb0ca52ad48a3" providerId="LiveId" clId="{252F1BB4-DEA7-4EC9-8B81-545CA1A60299}" dt="2025-01-12T22:16:18.085" v="201" actId="478"/>
          <ac:spMkLst>
            <pc:docMk/>
            <pc:sldMk cId="3577573809" sldId="263"/>
            <ac:spMk id="3" creationId="{C7402DF7-C314-7FC6-6E42-E5767E56A85A}"/>
          </ac:spMkLst>
        </pc:spChg>
        <pc:spChg chg="del">
          <ac:chgData name="Anelis Gheorghias" userId="da2eb0ca52ad48a3" providerId="LiveId" clId="{252F1BB4-DEA7-4EC9-8B81-545CA1A60299}" dt="2025-01-12T22:16:13.817" v="199" actId="478"/>
          <ac:spMkLst>
            <pc:docMk/>
            <pc:sldMk cId="3577573809" sldId="263"/>
            <ac:spMk id="4" creationId="{BD773BD1-24C0-F42D-02A0-C9DB348C9442}"/>
          </ac:spMkLst>
        </pc:spChg>
        <pc:spChg chg="del">
          <ac:chgData name="Anelis Gheorghias" userId="da2eb0ca52ad48a3" providerId="LiveId" clId="{252F1BB4-DEA7-4EC9-8B81-545CA1A60299}" dt="2025-01-12T22:16:19.233" v="202" actId="478"/>
          <ac:spMkLst>
            <pc:docMk/>
            <pc:sldMk cId="3577573809" sldId="263"/>
            <ac:spMk id="5" creationId="{27F9CB16-DFB3-A232-6F05-BEF1C68F109F}"/>
          </ac:spMkLst>
        </pc:spChg>
        <pc:spChg chg="add del mod">
          <ac:chgData name="Anelis Gheorghias" userId="da2eb0ca52ad48a3" providerId="LiveId" clId="{252F1BB4-DEA7-4EC9-8B81-545CA1A60299}" dt="2025-01-12T22:17:24.581" v="227" actId="478"/>
          <ac:spMkLst>
            <pc:docMk/>
            <pc:sldMk cId="3577573809" sldId="263"/>
            <ac:spMk id="11" creationId="{836D7D9A-B352-DB7A-A7E5-964C4EF7BB9C}"/>
          </ac:spMkLst>
        </pc:spChg>
        <pc:picChg chg="add mod">
          <ac:chgData name="Anelis Gheorghias" userId="da2eb0ca52ad48a3" providerId="LiveId" clId="{252F1BB4-DEA7-4EC9-8B81-545CA1A60299}" dt="2025-01-12T22:16:37.793" v="213" actId="1076"/>
          <ac:picMkLst>
            <pc:docMk/>
            <pc:sldMk cId="3577573809" sldId="263"/>
            <ac:picMk id="7" creationId="{061B21E8-6883-B5B6-75C0-DD7A40DF32D1}"/>
          </ac:picMkLst>
        </pc:picChg>
        <pc:picChg chg="add mod">
          <ac:chgData name="Anelis Gheorghias" userId="da2eb0ca52ad48a3" providerId="LiveId" clId="{252F1BB4-DEA7-4EC9-8B81-545CA1A60299}" dt="2025-01-12T22:16:55.806" v="218" actId="1440"/>
          <ac:picMkLst>
            <pc:docMk/>
            <pc:sldMk cId="3577573809" sldId="263"/>
            <ac:picMk id="9" creationId="{B81862E8-337A-89E5-39C1-8E7999025B53}"/>
          </ac:picMkLst>
        </pc:picChg>
      </pc:sldChg>
      <pc:sldChg chg="del">
        <pc:chgData name="Anelis Gheorghias" userId="da2eb0ca52ad48a3" providerId="LiveId" clId="{252F1BB4-DEA7-4EC9-8B81-545CA1A60299}" dt="2025-01-12T22:05:41.566" v="7" actId="47"/>
        <pc:sldMkLst>
          <pc:docMk/>
          <pc:sldMk cId="0" sldId="264"/>
        </pc:sldMkLst>
      </pc:sldChg>
      <pc:sldChg chg="addSp modSp add mod">
        <pc:chgData name="Anelis Gheorghias" userId="da2eb0ca52ad48a3" providerId="LiveId" clId="{252F1BB4-DEA7-4EC9-8B81-545CA1A60299}" dt="2025-01-12T22:18:08.818" v="235" actId="1076"/>
        <pc:sldMkLst>
          <pc:docMk/>
          <pc:sldMk cId="400368973" sldId="264"/>
        </pc:sldMkLst>
        <pc:picChg chg="add mod">
          <ac:chgData name="Anelis Gheorghias" userId="da2eb0ca52ad48a3" providerId="LiveId" clId="{252F1BB4-DEA7-4EC9-8B81-545CA1A60299}" dt="2025-01-12T22:18:08.818" v="235" actId="1076"/>
          <ac:picMkLst>
            <pc:docMk/>
            <pc:sldMk cId="400368973" sldId="264"/>
            <ac:picMk id="3" creationId="{BAC48E2D-B6A5-EE73-8CC8-A3E8AC2375C7}"/>
          </ac:picMkLst>
        </pc:picChg>
        <pc:picChg chg="add mod">
          <ac:chgData name="Anelis Gheorghias" userId="da2eb0ca52ad48a3" providerId="LiveId" clId="{252F1BB4-DEA7-4EC9-8B81-545CA1A60299}" dt="2025-01-12T22:18:08.818" v="235" actId="1076"/>
          <ac:picMkLst>
            <pc:docMk/>
            <pc:sldMk cId="400368973" sldId="264"/>
            <ac:picMk id="5" creationId="{D34BD4DB-8906-0D6B-BECD-DCBEAEDCDA86}"/>
          </ac:picMkLst>
        </pc:picChg>
      </pc:sldChg>
      <pc:sldChg chg="del">
        <pc:chgData name="Anelis Gheorghias" userId="da2eb0ca52ad48a3" providerId="LiveId" clId="{252F1BB4-DEA7-4EC9-8B81-545CA1A60299}" dt="2025-01-12T22:05:41.598" v="8" actId="47"/>
        <pc:sldMkLst>
          <pc:docMk/>
          <pc:sldMk cId="0" sldId="265"/>
        </pc:sldMkLst>
      </pc:sldChg>
      <pc:sldChg chg="addSp modSp add mod ord">
        <pc:chgData name="Anelis Gheorghias" userId="da2eb0ca52ad48a3" providerId="LiveId" clId="{252F1BB4-DEA7-4EC9-8B81-545CA1A60299}" dt="2025-01-12T22:31:15.289" v="389" actId="20577"/>
        <pc:sldMkLst>
          <pc:docMk/>
          <pc:sldMk cId="2495337428" sldId="265"/>
        </pc:sldMkLst>
        <pc:spChg chg="add mod">
          <ac:chgData name="Anelis Gheorghias" userId="da2eb0ca52ad48a3" providerId="LiveId" clId="{252F1BB4-DEA7-4EC9-8B81-545CA1A60299}" dt="2025-01-12T22:31:15.289" v="389" actId="20577"/>
          <ac:spMkLst>
            <pc:docMk/>
            <pc:sldMk cId="2495337428" sldId="265"/>
            <ac:spMk id="2" creationId="{E9E1F2BB-75A9-E22B-7755-D11B7E0411FC}"/>
          </ac:spMkLst>
        </pc:spChg>
        <pc:picChg chg="add mod">
          <ac:chgData name="Anelis Gheorghias" userId="da2eb0ca52ad48a3" providerId="LiveId" clId="{252F1BB4-DEA7-4EC9-8B81-545CA1A60299}" dt="2025-01-12T22:20:37.118" v="282" actId="1076"/>
          <ac:picMkLst>
            <pc:docMk/>
            <pc:sldMk cId="2495337428" sldId="265"/>
            <ac:picMk id="4" creationId="{F482E399-C991-C367-B914-167EE8422D6A}"/>
          </ac:picMkLst>
        </pc:picChg>
        <pc:picChg chg="add mod">
          <ac:chgData name="Anelis Gheorghias" userId="da2eb0ca52ad48a3" providerId="LiveId" clId="{252F1BB4-DEA7-4EC9-8B81-545CA1A60299}" dt="2025-01-12T22:21:01.945" v="287" actId="1440"/>
          <ac:picMkLst>
            <pc:docMk/>
            <pc:sldMk cId="2495337428" sldId="265"/>
            <ac:picMk id="6" creationId="{359290E6-1AA0-21E2-4F0C-77EB2C58D225}"/>
          </ac:picMkLst>
        </pc:picChg>
      </pc:sldChg>
      <pc:sldChg chg="del">
        <pc:chgData name="Anelis Gheorghias" userId="da2eb0ca52ad48a3" providerId="LiveId" clId="{252F1BB4-DEA7-4EC9-8B81-545CA1A60299}" dt="2025-01-12T22:05:41.630" v="9" actId="47"/>
        <pc:sldMkLst>
          <pc:docMk/>
          <pc:sldMk cId="0" sldId="266"/>
        </pc:sldMkLst>
      </pc:sldChg>
      <pc:sldChg chg="addSp modSp add mod ord">
        <pc:chgData name="Anelis Gheorghias" userId="da2eb0ca52ad48a3" providerId="LiveId" clId="{252F1BB4-DEA7-4EC9-8B81-545CA1A60299}" dt="2025-01-12T22:23:50.150" v="320" actId="1076"/>
        <pc:sldMkLst>
          <pc:docMk/>
          <pc:sldMk cId="2274201258" sldId="266"/>
        </pc:sldMkLst>
        <pc:picChg chg="add mod">
          <ac:chgData name="Anelis Gheorghias" userId="da2eb0ca52ad48a3" providerId="LiveId" clId="{252F1BB4-DEA7-4EC9-8B81-545CA1A60299}" dt="2025-01-12T22:23:50.150" v="320" actId="1076"/>
          <ac:picMkLst>
            <pc:docMk/>
            <pc:sldMk cId="2274201258" sldId="266"/>
            <ac:picMk id="3" creationId="{B62809F0-2112-89E0-3954-9A85E6DD0A10}"/>
          </ac:picMkLst>
        </pc:picChg>
        <pc:picChg chg="add mod">
          <ac:chgData name="Anelis Gheorghias" userId="da2eb0ca52ad48a3" providerId="LiveId" clId="{252F1BB4-DEA7-4EC9-8B81-545CA1A60299}" dt="2025-01-12T22:23:50.150" v="320" actId="1076"/>
          <ac:picMkLst>
            <pc:docMk/>
            <pc:sldMk cId="2274201258" sldId="266"/>
            <ac:picMk id="5" creationId="{65DCE15C-330A-0622-C66C-D4FCD41A7096}"/>
          </ac:picMkLst>
        </pc:picChg>
      </pc:sldChg>
      <pc:sldChg chg="del">
        <pc:chgData name="Anelis Gheorghias" userId="da2eb0ca52ad48a3" providerId="LiveId" clId="{252F1BB4-DEA7-4EC9-8B81-545CA1A60299}" dt="2025-01-12T22:05:41.665" v="10" actId="47"/>
        <pc:sldMkLst>
          <pc:docMk/>
          <pc:sldMk cId="0" sldId="267"/>
        </pc:sldMkLst>
      </pc:sldChg>
      <pc:sldChg chg="addSp delSp modSp add mod">
        <pc:chgData name="Anelis Gheorghias" userId="da2eb0ca52ad48a3" providerId="LiveId" clId="{252F1BB4-DEA7-4EC9-8B81-545CA1A60299}" dt="2025-01-12T22:31:08.695" v="388" actId="20577"/>
        <pc:sldMkLst>
          <pc:docMk/>
          <pc:sldMk cId="3417075463" sldId="267"/>
        </pc:sldMkLst>
        <pc:spChg chg="add mod">
          <ac:chgData name="Anelis Gheorghias" userId="da2eb0ca52ad48a3" providerId="LiveId" clId="{252F1BB4-DEA7-4EC9-8B81-545CA1A60299}" dt="2025-01-12T22:31:08.695" v="388" actId="20577"/>
          <ac:spMkLst>
            <pc:docMk/>
            <pc:sldMk cId="3417075463" sldId="267"/>
            <ac:spMk id="10" creationId="{517CD4CC-7BC0-1FE5-5C6F-A62D33BA2861}"/>
          </ac:spMkLst>
        </pc:spChg>
        <pc:picChg chg="add del mod">
          <ac:chgData name="Anelis Gheorghias" userId="da2eb0ca52ad48a3" providerId="LiveId" clId="{252F1BB4-DEA7-4EC9-8B81-545CA1A60299}" dt="2025-01-12T22:30:07.427" v="361" actId="478"/>
          <ac:picMkLst>
            <pc:docMk/>
            <pc:sldMk cId="3417075463" sldId="267"/>
            <ac:picMk id="3" creationId="{FE4F7189-F7C2-0075-6EF3-6FDB7AB9FCDC}"/>
          </ac:picMkLst>
        </pc:picChg>
        <pc:picChg chg="add del mod">
          <ac:chgData name="Anelis Gheorghias" userId="da2eb0ca52ad48a3" providerId="LiveId" clId="{252F1BB4-DEA7-4EC9-8B81-545CA1A60299}" dt="2025-01-12T22:27:13.448" v="360" actId="478"/>
          <ac:picMkLst>
            <pc:docMk/>
            <pc:sldMk cId="3417075463" sldId="267"/>
            <ac:picMk id="5" creationId="{B76A042E-DF4E-C2CD-352E-D26710D9540B}"/>
          </ac:picMkLst>
        </pc:picChg>
        <pc:picChg chg="add mod">
          <ac:chgData name="Anelis Gheorghias" userId="da2eb0ca52ad48a3" providerId="LiveId" clId="{252F1BB4-DEA7-4EC9-8B81-545CA1A60299}" dt="2025-01-12T22:30:33.705" v="368" actId="1076"/>
          <ac:picMkLst>
            <pc:docMk/>
            <pc:sldMk cId="3417075463" sldId="267"/>
            <ac:picMk id="7" creationId="{0E358FA9-CB11-6687-3C54-278EEC4565CC}"/>
          </ac:picMkLst>
        </pc:picChg>
        <pc:picChg chg="add mod">
          <ac:chgData name="Anelis Gheorghias" userId="da2eb0ca52ad48a3" providerId="LiveId" clId="{252F1BB4-DEA7-4EC9-8B81-545CA1A60299}" dt="2025-01-12T22:30:42.408" v="373" actId="1076"/>
          <ac:picMkLst>
            <pc:docMk/>
            <pc:sldMk cId="3417075463" sldId="267"/>
            <ac:picMk id="9" creationId="{8193B84F-CB64-0588-BA0A-47DE2F2CCCA5}"/>
          </ac:picMkLst>
        </pc:picChg>
      </pc:sldChg>
      <pc:sldChg chg="del">
        <pc:chgData name="Anelis Gheorghias" userId="da2eb0ca52ad48a3" providerId="LiveId" clId="{252F1BB4-DEA7-4EC9-8B81-545CA1A60299}" dt="2025-01-12T22:05:41.686" v="11" actId="47"/>
        <pc:sldMkLst>
          <pc:docMk/>
          <pc:sldMk cId="0" sldId="268"/>
        </pc:sldMkLst>
      </pc:sldChg>
      <pc:sldChg chg="addSp modSp add mod">
        <pc:chgData name="Anelis Gheorghias" userId="da2eb0ca52ad48a3" providerId="LiveId" clId="{252F1BB4-DEA7-4EC9-8B81-545CA1A60299}" dt="2025-01-12T22:25:44.601" v="347" actId="1076"/>
        <pc:sldMkLst>
          <pc:docMk/>
          <pc:sldMk cId="1317475286" sldId="268"/>
        </pc:sldMkLst>
        <pc:picChg chg="add mod">
          <ac:chgData name="Anelis Gheorghias" userId="da2eb0ca52ad48a3" providerId="LiveId" clId="{252F1BB4-DEA7-4EC9-8B81-545CA1A60299}" dt="2025-01-12T22:24:41.816" v="332" actId="1076"/>
          <ac:picMkLst>
            <pc:docMk/>
            <pc:sldMk cId="1317475286" sldId="268"/>
            <ac:picMk id="3" creationId="{8BCBCE4B-6BBE-E194-E3F5-BD8F149D4539}"/>
          </ac:picMkLst>
        </pc:picChg>
        <pc:picChg chg="add mod">
          <ac:chgData name="Anelis Gheorghias" userId="da2eb0ca52ad48a3" providerId="LiveId" clId="{252F1BB4-DEA7-4EC9-8B81-545CA1A60299}" dt="2025-01-12T22:25:44.601" v="347" actId="1076"/>
          <ac:picMkLst>
            <pc:docMk/>
            <pc:sldMk cId="1317475286" sldId="268"/>
            <ac:picMk id="5" creationId="{678F0C4F-7E48-F3B5-6F1A-C072EAD12CBC}"/>
          </ac:picMkLst>
        </pc:picChg>
      </pc:sldChg>
      <pc:sldChg chg="del">
        <pc:chgData name="Anelis Gheorghias" userId="da2eb0ca52ad48a3" providerId="LiveId" clId="{252F1BB4-DEA7-4EC9-8B81-545CA1A60299}" dt="2025-01-12T22:05:41.709" v="12" actId="47"/>
        <pc:sldMkLst>
          <pc:docMk/>
          <pc:sldMk cId="0" sldId="269"/>
        </pc:sldMkLst>
      </pc:sldChg>
      <pc:sldChg chg="addSp modSp add mod">
        <pc:chgData name="Anelis Gheorghias" userId="da2eb0ca52ad48a3" providerId="LiveId" clId="{252F1BB4-DEA7-4EC9-8B81-545CA1A60299}" dt="2025-01-12T22:26:35.064" v="355" actId="1076"/>
        <pc:sldMkLst>
          <pc:docMk/>
          <pc:sldMk cId="1833157686" sldId="269"/>
        </pc:sldMkLst>
        <pc:picChg chg="add mod">
          <ac:chgData name="Anelis Gheorghias" userId="da2eb0ca52ad48a3" providerId="LiveId" clId="{252F1BB4-DEA7-4EC9-8B81-545CA1A60299}" dt="2025-01-12T22:24:52.908" v="335" actId="1076"/>
          <ac:picMkLst>
            <pc:docMk/>
            <pc:sldMk cId="1833157686" sldId="269"/>
            <ac:picMk id="3" creationId="{7E0235A4-06D6-02A1-4FA4-BE904C343806}"/>
          </ac:picMkLst>
        </pc:picChg>
        <pc:picChg chg="add mod modCrop">
          <ac:chgData name="Anelis Gheorghias" userId="da2eb0ca52ad48a3" providerId="LiveId" clId="{252F1BB4-DEA7-4EC9-8B81-545CA1A60299}" dt="2025-01-12T22:26:35.064" v="355" actId="1076"/>
          <ac:picMkLst>
            <pc:docMk/>
            <pc:sldMk cId="1833157686" sldId="269"/>
            <ac:picMk id="5" creationId="{5DE452BA-2263-3A53-8A83-3434D76B982D}"/>
          </ac:picMkLst>
        </pc:picChg>
      </pc:sldChg>
      <pc:sldChg chg="del">
        <pc:chgData name="Anelis Gheorghias" userId="da2eb0ca52ad48a3" providerId="LiveId" clId="{252F1BB4-DEA7-4EC9-8B81-545CA1A60299}" dt="2025-01-12T22:05:41.747" v="13" actId="47"/>
        <pc:sldMkLst>
          <pc:docMk/>
          <pc:sldMk cId="0" sldId="270"/>
        </pc:sldMkLst>
      </pc:sldChg>
      <pc:sldChg chg="addSp modSp add mod">
        <pc:chgData name="Anelis Gheorghias" userId="da2eb0ca52ad48a3" providerId="LiveId" clId="{252F1BB4-DEA7-4EC9-8B81-545CA1A60299}" dt="2025-01-12T22:26:49.928" v="359" actId="1076"/>
        <pc:sldMkLst>
          <pc:docMk/>
          <pc:sldMk cId="4082993133" sldId="270"/>
        </pc:sldMkLst>
        <pc:picChg chg="add mod">
          <ac:chgData name="Anelis Gheorghias" userId="da2eb0ca52ad48a3" providerId="LiveId" clId="{252F1BB4-DEA7-4EC9-8B81-545CA1A60299}" dt="2025-01-12T22:25:03.230" v="338" actId="1076"/>
          <ac:picMkLst>
            <pc:docMk/>
            <pc:sldMk cId="4082993133" sldId="270"/>
            <ac:picMk id="3" creationId="{DB06C523-E9D7-721A-9F9D-91A91197C810}"/>
          </ac:picMkLst>
        </pc:picChg>
        <pc:picChg chg="add mod">
          <ac:chgData name="Anelis Gheorghias" userId="da2eb0ca52ad48a3" providerId="LiveId" clId="{252F1BB4-DEA7-4EC9-8B81-545CA1A60299}" dt="2025-01-12T22:26:49.928" v="359" actId="1076"/>
          <ac:picMkLst>
            <pc:docMk/>
            <pc:sldMk cId="4082993133" sldId="270"/>
            <ac:picMk id="5" creationId="{1694C6DD-BB62-D2D2-8C58-B01E225C9D5D}"/>
          </ac:picMkLst>
        </pc:picChg>
      </pc:sldChg>
      <pc:sldChg chg="del">
        <pc:chgData name="Anelis Gheorghias" userId="da2eb0ca52ad48a3" providerId="LiveId" clId="{252F1BB4-DEA7-4EC9-8B81-545CA1A60299}" dt="2025-01-12T22:05:41.820" v="14" actId="47"/>
        <pc:sldMkLst>
          <pc:docMk/>
          <pc:sldMk cId="0" sldId="271"/>
        </pc:sldMkLst>
      </pc:sldChg>
      <pc:sldChg chg="addSp delSp modSp add mod">
        <pc:chgData name="Anelis Gheorghias" userId="da2eb0ca52ad48a3" providerId="LiveId" clId="{252F1BB4-DEA7-4EC9-8B81-545CA1A60299}" dt="2025-01-12T22:32:33.296" v="420" actId="20577"/>
        <pc:sldMkLst>
          <pc:docMk/>
          <pc:sldMk cId="3595442887" sldId="271"/>
        </pc:sldMkLst>
        <pc:spChg chg="add mod">
          <ac:chgData name="Anelis Gheorghias" userId="da2eb0ca52ad48a3" providerId="LiveId" clId="{252F1BB4-DEA7-4EC9-8B81-545CA1A60299}" dt="2025-01-12T22:32:33.296" v="420" actId="20577"/>
          <ac:spMkLst>
            <pc:docMk/>
            <pc:sldMk cId="3595442887" sldId="271"/>
            <ac:spMk id="8" creationId="{C9690BAF-30BC-584F-C315-5842ED59452C}"/>
          </ac:spMkLst>
        </pc:spChg>
        <pc:picChg chg="add mod">
          <ac:chgData name="Anelis Gheorghias" userId="da2eb0ca52ad48a3" providerId="LiveId" clId="{252F1BB4-DEA7-4EC9-8B81-545CA1A60299}" dt="2025-01-12T22:31:50.549" v="393" actId="1076"/>
          <ac:picMkLst>
            <pc:docMk/>
            <pc:sldMk cId="3595442887" sldId="271"/>
            <ac:picMk id="3" creationId="{A29CC067-363B-660F-4BC0-2F4BF737925C}"/>
          </ac:picMkLst>
        </pc:picChg>
        <pc:picChg chg="add mod">
          <ac:chgData name="Anelis Gheorghias" userId="da2eb0ca52ad48a3" providerId="LiveId" clId="{252F1BB4-DEA7-4EC9-8B81-545CA1A60299}" dt="2025-01-12T22:32:06.902" v="398" actId="1076"/>
          <ac:picMkLst>
            <pc:docMk/>
            <pc:sldMk cId="3595442887" sldId="271"/>
            <ac:picMk id="5" creationId="{BB09C745-7B4D-1199-DD72-3669A354EBBF}"/>
          </ac:picMkLst>
        </pc:picChg>
        <pc:picChg chg="add del mod">
          <ac:chgData name="Anelis Gheorghias" userId="da2eb0ca52ad48a3" providerId="LiveId" clId="{252F1BB4-DEA7-4EC9-8B81-545CA1A60299}" dt="2025-01-12T22:32:18.378" v="402" actId="22"/>
          <ac:picMkLst>
            <pc:docMk/>
            <pc:sldMk cId="3595442887" sldId="271"/>
            <ac:picMk id="7" creationId="{14AEAEBE-41F7-AC48-6F30-430A837D3AD2}"/>
          </ac:picMkLst>
        </pc:picChg>
      </pc:sldChg>
      <pc:sldChg chg="del">
        <pc:chgData name="Anelis Gheorghias" userId="da2eb0ca52ad48a3" providerId="LiveId" clId="{252F1BB4-DEA7-4EC9-8B81-545CA1A60299}" dt="2025-01-12T22:05:41.853" v="15" actId="47"/>
        <pc:sldMkLst>
          <pc:docMk/>
          <pc:sldMk cId="0" sldId="272"/>
        </pc:sldMkLst>
      </pc:sldChg>
      <pc:sldChg chg="addSp modSp add mod">
        <pc:chgData name="Anelis Gheorghias" userId="da2eb0ca52ad48a3" providerId="LiveId" clId="{252F1BB4-DEA7-4EC9-8B81-545CA1A60299}" dt="2025-01-12T22:23:54.467" v="321" actId="1076"/>
        <pc:sldMkLst>
          <pc:docMk/>
          <pc:sldMk cId="3236902574" sldId="272"/>
        </pc:sldMkLst>
        <pc:picChg chg="add mod">
          <ac:chgData name="Anelis Gheorghias" userId="da2eb0ca52ad48a3" providerId="LiveId" clId="{252F1BB4-DEA7-4EC9-8B81-545CA1A60299}" dt="2025-01-12T22:23:54.467" v="321" actId="1076"/>
          <ac:picMkLst>
            <pc:docMk/>
            <pc:sldMk cId="3236902574" sldId="272"/>
            <ac:picMk id="3" creationId="{B8AEB610-F213-8DDE-9FBE-58671F875039}"/>
          </ac:picMkLst>
        </pc:picChg>
        <pc:picChg chg="add mod">
          <ac:chgData name="Anelis Gheorghias" userId="da2eb0ca52ad48a3" providerId="LiveId" clId="{252F1BB4-DEA7-4EC9-8B81-545CA1A60299}" dt="2025-01-12T22:23:54.467" v="321" actId="1076"/>
          <ac:picMkLst>
            <pc:docMk/>
            <pc:sldMk cId="3236902574" sldId="272"/>
            <ac:picMk id="5" creationId="{1F207F37-C47A-99D9-E5A0-5F6666D787E3}"/>
          </ac:picMkLst>
        </pc:picChg>
      </pc:sldChg>
      <pc:sldChg chg="del">
        <pc:chgData name="Anelis Gheorghias" userId="da2eb0ca52ad48a3" providerId="LiveId" clId="{252F1BB4-DEA7-4EC9-8B81-545CA1A60299}" dt="2025-01-12T22:05:41.884" v="16" actId="47"/>
        <pc:sldMkLst>
          <pc:docMk/>
          <pc:sldMk cId="0" sldId="273"/>
        </pc:sldMkLst>
      </pc:sldChg>
      <pc:sldChg chg="addSp delSp modSp add mod">
        <pc:chgData name="Anelis Gheorghias" userId="da2eb0ca52ad48a3" providerId="LiveId" clId="{252F1BB4-DEA7-4EC9-8B81-545CA1A60299}" dt="2025-01-12T22:24:12.337" v="325" actId="1076"/>
        <pc:sldMkLst>
          <pc:docMk/>
          <pc:sldMk cId="736043753" sldId="273"/>
        </pc:sldMkLst>
        <pc:picChg chg="add del mod">
          <ac:chgData name="Anelis Gheorghias" userId="da2eb0ca52ad48a3" providerId="LiveId" clId="{252F1BB4-DEA7-4EC9-8B81-545CA1A60299}" dt="2025-01-12T22:22:29.164" v="302" actId="478"/>
          <ac:picMkLst>
            <pc:docMk/>
            <pc:sldMk cId="736043753" sldId="273"/>
            <ac:picMk id="3" creationId="{663D9DF4-2E50-E4F1-36E1-EBBEFA0A7159}"/>
          </ac:picMkLst>
        </pc:picChg>
        <pc:picChg chg="add del">
          <ac:chgData name="Anelis Gheorghias" userId="da2eb0ca52ad48a3" providerId="LiveId" clId="{252F1BB4-DEA7-4EC9-8B81-545CA1A60299}" dt="2025-01-12T22:22:31.977" v="304" actId="22"/>
          <ac:picMkLst>
            <pc:docMk/>
            <pc:sldMk cId="736043753" sldId="273"/>
            <ac:picMk id="5" creationId="{018BBE7A-5678-8289-588A-1466DADED27A}"/>
          </ac:picMkLst>
        </pc:picChg>
        <pc:picChg chg="add mod">
          <ac:chgData name="Anelis Gheorghias" userId="da2eb0ca52ad48a3" providerId="LiveId" clId="{252F1BB4-DEA7-4EC9-8B81-545CA1A60299}" dt="2025-01-12T22:22:46.964" v="307" actId="1076"/>
          <ac:picMkLst>
            <pc:docMk/>
            <pc:sldMk cId="736043753" sldId="273"/>
            <ac:picMk id="7" creationId="{5A4B9469-37B5-82FC-BC3C-E966DB1CADFD}"/>
          </ac:picMkLst>
        </pc:picChg>
        <pc:picChg chg="add mod">
          <ac:chgData name="Anelis Gheorghias" userId="da2eb0ca52ad48a3" providerId="LiveId" clId="{252F1BB4-DEA7-4EC9-8B81-545CA1A60299}" dt="2025-01-12T22:24:12.337" v="325" actId="1076"/>
          <ac:picMkLst>
            <pc:docMk/>
            <pc:sldMk cId="736043753" sldId="273"/>
            <ac:picMk id="9" creationId="{9C94D4ED-CE45-2F46-A256-71C102603528}"/>
          </ac:picMkLst>
        </pc:picChg>
      </pc:sldChg>
      <pc:sldChg chg="del">
        <pc:chgData name="Anelis Gheorghias" userId="da2eb0ca52ad48a3" providerId="LiveId" clId="{252F1BB4-DEA7-4EC9-8B81-545CA1A60299}" dt="2025-01-12T22:05:41.916" v="17" actId="47"/>
        <pc:sldMkLst>
          <pc:docMk/>
          <pc:sldMk cId="0" sldId="274"/>
        </pc:sldMkLst>
      </pc:sldChg>
      <pc:sldChg chg="add del">
        <pc:chgData name="Anelis Gheorghias" userId="da2eb0ca52ad48a3" providerId="LiveId" clId="{252F1BB4-DEA7-4EC9-8B81-545CA1A60299}" dt="2025-01-12T22:24:15.426" v="326" actId="47"/>
        <pc:sldMkLst>
          <pc:docMk/>
          <pc:sldMk cId="502610118" sldId="274"/>
        </pc:sldMkLst>
      </pc:sldChg>
      <pc:sldChg chg="new del">
        <pc:chgData name="Anelis Gheorghias" userId="da2eb0ca52ad48a3" providerId="LiveId" clId="{252F1BB4-DEA7-4EC9-8B81-545CA1A60299}" dt="2025-01-12T22:32:37.117" v="422" actId="680"/>
        <pc:sldMkLst>
          <pc:docMk/>
          <pc:sldMk cId="1639533287" sldId="274"/>
        </pc:sldMkLst>
      </pc:sldChg>
      <pc:sldChg chg="addSp delSp modSp new mod">
        <pc:chgData name="Anelis Gheorghias" userId="da2eb0ca52ad48a3" providerId="LiveId" clId="{252F1BB4-DEA7-4EC9-8B81-545CA1A60299}" dt="2025-01-12T22:33:25.751" v="439" actId="1076"/>
        <pc:sldMkLst>
          <pc:docMk/>
          <pc:sldMk cId="2301036786" sldId="274"/>
        </pc:sldMkLst>
        <pc:spChg chg="del">
          <ac:chgData name="Anelis Gheorghias" userId="da2eb0ca52ad48a3" providerId="LiveId" clId="{252F1BB4-DEA7-4EC9-8B81-545CA1A60299}" dt="2025-01-12T22:32:41.791" v="425" actId="478"/>
          <ac:spMkLst>
            <pc:docMk/>
            <pc:sldMk cId="2301036786" sldId="274"/>
            <ac:spMk id="2" creationId="{6880E8F0-61AA-F53C-FE91-500BBFAE746C}"/>
          </ac:spMkLst>
        </pc:spChg>
        <pc:spChg chg="del">
          <ac:chgData name="Anelis Gheorghias" userId="da2eb0ca52ad48a3" providerId="LiveId" clId="{252F1BB4-DEA7-4EC9-8B81-545CA1A60299}" dt="2025-01-12T22:32:43.970" v="426" actId="478"/>
          <ac:spMkLst>
            <pc:docMk/>
            <pc:sldMk cId="2301036786" sldId="274"/>
            <ac:spMk id="3" creationId="{4BA77F7C-2074-E950-405F-F898B1E7E283}"/>
          </ac:spMkLst>
        </pc:spChg>
        <pc:spChg chg="del">
          <ac:chgData name="Anelis Gheorghias" userId="da2eb0ca52ad48a3" providerId="LiveId" clId="{252F1BB4-DEA7-4EC9-8B81-545CA1A60299}" dt="2025-01-12T22:32:41.033" v="424" actId="478"/>
          <ac:spMkLst>
            <pc:docMk/>
            <pc:sldMk cId="2301036786" sldId="274"/>
            <ac:spMk id="4" creationId="{F41EDBEA-CB21-4D78-104E-79C4C6B2482C}"/>
          </ac:spMkLst>
        </pc:spChg>
        <pc:spChg chg="del">
          <ac:chgData name="Anelis Gheorghias" userId="da2eb0ca52ad48a3" providerId="LiveId" clId="{252F1BB4-DEA7-4EC9-8B81-545CA1A60299}" dt="2025-01-12T22:32:45.160" v="427" actId="478"/>
          <ac:spMkLst>
            <pc:docMk/>
            <pc:sldMk cId="2301036786" sldId="274"/>
            <ac:spMk id="5" creationId="{BB0CBBD4-FFF0-4382-CF85-DBE5C5D2AF4D}"/>
          </ac:spMkLst>
        </pc:spChg>
        <pc:picChg chg="add mod">
          <ac:chgData name="Anelis Gheorghias" userId="da2eb0ca52ad48a3" providerId="LiveId" clId="{252F1BB4-DEA7-4EC9-8B81-545CA1A60299}" dt="2025-01-12T22:33:09.462" v="435" actId="1076"/>
          <ac:picMkLst>
            <pc:docMk/>
            <pc:sldMk cId="2301036786" sldId="274"/>
            <ac:picMk id="7" creationId="{C4A92982-0C45-EFE8-8DAD-883405A63478}"/>
          </ac:picMkLst>
        </pc:picChg>
        <pc:picChg chg="add mod">
          <ac:chgData name="Anelis Gheorghias" userId="da2eb0ca52ad48a3" providerId="LiveId" clId="{252F1BB4-DEA7-4EC9-8B81-545CA1A60299}" dt="2025-01-12T22:33:25.751" v="439" actId="1076"/>
          <ac:picMkLst>
            <pc:docMk/>
            <pc:sldMk cId="2301036786" sldId="274"/>
            <ac:picMk id="9" creationId="{3A9B1863-F642-A453-C8D3-8E26B6237527}"/>
          </ac:picMkLst>
        </pc:picChg>
      </pc:sldChg>
      <pc:sldChg chg="del">
        <pc:chgData name="Anelis Gheorghias" userId="da2eb0ca52ad48a3" providerId="LiveId" clId="{252F1BB4-DEA7-4EC9-8B81-545CA1A60299}" dt="2025-01-12T22:05:41.948" v="18" actId="47"/>
        <pc:sldMkLst>
          <pc:docMk/>
          <pc:sldMk cId="0" sldId="275"/>
        </pc:sldMkLst>
      </pc:sldChg>
      <pc:sldChg chg="addSp modSp add mod">
        <pc:chgData name="Anelis Gheorghias" userId="da2eb0ca52ad48a3" providerId="LiveId" clId="{252F1BB4-DEA7-4EC9-8B81-545CA1A60299}" dt="2025-01-12T22:33:48.034" v="446" actId="1076"/>
        <pc:sldMkLst>
          <pc:docMk/>
          <pc:sldMk cId="3156881031" sldId="275"/>
        </pc:sldMkLst>
        <pc:picChg chg="add mod">
          <ac:chgData name="Anelis Gheorghias" userId="da2eb0ca52ad48a3" providerId="LiveId" clId="{252F1BB4-DEA7-4EC9-8B81-545CA1A60299}" dt="2025-01-12T22:33:40.354" v="443" actId="1076"/>
          <ac:picMkLst>
            <pc:docMk/>
            <pc:sldMk cId="3156881031" sldId="275"/>
            <ac:picMk id="3" creationId="{20FF9C6F-4967-143E-E45F-8C75FDAFD957}"/>
          </ac:picMkLst>
        </pc:picChg>
        <pc:picChg chg="add mod">
          <ac:chgData name="Anelis Gheorghias" userId="da2eb0ca52ad48a3" providerId="LiveId" clId="{252F1BB4-DEA7-4EC9-8B81-545CA1A60299}" dt="2025-01-12T22:33:48.034" v="446" actId="1076"/>
          <ac:picMkLst>
            <pc:docMk/>
            <pc:sldMk cId="3156881031" sldId="275"/>
            <ac:picMk id="5" creationId="{0B8D4D85-3BE5-ECDB-6CB3-511AF64D3F23}"/>
          </ac:picMkLst>
        </pc:picChg>
      </pc:sldChg>
      <pc:sldChg chg="add del">
        <pc:chgData name="Anelis Gheorghias" userId="da2eb0ca52ad48a3" providerId="LiveId" clId="{252F1BB4-DEA7-4EC9-8B81-545CA1A60299}" dt="2025-01-12T22:23:24.383" v="313"/>
        <pc:sldMkLst>
          <pc:docMk/>
          <pc:sldMk cId="3992775193" sldId="275"/>
        </pc:sldMkLst>
      </pc:sldChg>
      <pc:sldChg chg="del">
        <pc:chgData name="Anelis Gheorghias" userId="da2eb0ca52ad48a3" providerId="LiveId" clId="{252F1BB4-DEA7-4EC9-8B81-545CA1A60299}" dt="2025-01-12T22:05:42.500" v="19" actId="47"/>
        <pc:sldMkLst>
          <pc:docMk/>
          <pc:sldMk cId="0" sldId="276"/>
        </pc:sldMkLst>
      </pc:sldChg>
      <pc:sldChg chg="addSp modSp add mod">
        <pc:chgData name="Anelis Gheorghias" userId="da2eb0ca52ad48a3" providerId="LiveId" clId="{252F1BB4-DEA7-4EC9-8B81-545CA1A60299}" dt="2025-01-12T22:34:45.709" v="481" actId="14100"/>
        <pc:sldMkLst>
          <pc:docMk/>
          <pc:sldMk cId="472492405" sldId="276"/>
        </pc:sldMkLst>
        <pc:spChg chg="add mod">
          <ac:chgData name="Anelis Gheorghias" userId="da2eb0ca52ad48a3" providerId="LiveId" clId="{252F1BB4-DEA7-4EC9-8B81-545CA1A60299}" dt="2025-01-12T22:34:45.709" v="481" actId="14100"/>
          <ac:spMkLst>
            <pc:docMk/>
            <pc:sldMk cId="472492405" sldId="276"/>
            <ac:spMk id="6" creationId="{241D0935-48C9-0526-D3B9-8E658383B9DE}"/>
          </ac:spMkLst>
        </pc:spChg>
        <pc:picChg chg="add mod">
          <ac:chgData name="Anelis Gheorghias" userId="da2eb0ca52ad48a3" providerId="LiveId" clId="{252F1BB4-DEA7-4EC9-8B81-545CA1A60299}" dt="2025-01-12T22:33:57.924" v="449" actId="1076"/>
          <ac:picMkLst>
            <pc:docMk/>
            <pc:sldMk cId="472492405" sldId="276"/>
            <ac:picMk id="3" creationId="{7E6222E5-A696-A556-89CE-611C66F04BE1}"/>
          </ac:picMkLst>
        </pc:picChg>
        <pc:picChg chg="add mod">
          <ac:chgData name="Anelis Gheorghias" userId="da2eb0ca52ad48a3" providerId="LiveId" clId="{252F1BB4-DEA7-4EC9-8B81-545CA1A60299}" dt="2025-01-12T22:34:15.734" v="453" actId="1076"/>
          <ac:picMkLst>
            <pc:docMk/>
            <pc:sldMk cId="472492405" sldId="276"/>
            <ac:picMk id="5" creationId="{DB10B01C-CDFB-32C3-29B1-EA92EF8C682D}"/>
          </ac:picMkLst>
        </pc:picChg>
      </pc:sldChg>
      <pc:sldChg chg="del">
        <pc:chgData name="Anelis Gheorghias" userId="da2eb0ca52ad48a3" providerId="LiveId" clId="{252F1BB4-DEA7-4EC9-8B81-545CA1A60299}" dt="2025-01-12T22:05:43.003" v="20" actId="47"/>
        <pc:sldMkLst>
          <pc:docMk/>
          <pc:sldMk cId="0" sldId="277"/>
        </pc:sldMkLst>
      </pc:sldChg>
      <pc:sldChg chg="add del">
        <pc:chgData name="Anelis Gheorghias" userId="da2eb0ca52ad48a3" providerId="LiveId" clId="{252F1BB4-DEA7-4EC9-8B81-545CA1A60299}" dt="2025-01-12T22:34:57.772" v="485" actId="47"/>
        <pc:sldMkLst>
          <pc:docMk/>
          <pc:sldMk cId="2300482514" sldId="277"/>
        </pc:sldMkLst>
      </pc:sldChg>
      <pc:sldChg chg="del">
        <pc:chgData name="Anelis Gheorghias" userId="da2eb0ca52ad48a3" providerId="LiveId" clId="{252F1BB4-DEA7-4EC9-8B81-545CA1A60299}" dt="2025-01-12T22:05:43.051" v="21" actId="47"/>
        <pc:sldMkLst>
          <pc:docMk/>
          <pc:sldMk cId="0" sldId="278"/>
        </pc:sldMkLst>
      </pc:sldChg>
      <pc:sldChg chg="add del">
        <pc:chgData name="Anelis Gheorghias" userId="da2eb0ca52ad48a3" providerId="LiveId" clId="{252F1BB4-DEA7-4EC9-8B81-545CA1A60299}" dt="2025-01-12T22:34:49.060" v="482" actId="47"/>
        <pc:sldMkLst>
          <pc:docMk/>
          <pc:sldMk cId="3503190454" sldId="278"/>
        </pc:sldMkLst>
      </pc:sldChg>
      <pc:sldChg chg="delSp modSp new mod">
        <pc:chgData name="Anelis Gheorghias" userId="da2eb0ca52ad48a3" providerId="LiveId" clId="{252F1BB4-DEA7-4EC9-8B81-545CA1A60299}" dt="2025-01-12T22:35:12.799" v="501" actId="478"/>
        <pc:sldMkLst>
          <pc:docMk/>
          <pc:sldMk cId="3784977865" sldId="278"/>
        </pc:sldMkLst>
        <pc:spChg chg="mod">
          <ac:chgData name="Anelis Gheorghias" userId="da2eb0ca52ad48a3" providerId="LiveId" clId="{252F1BB4-DEA7-4EC9-8B81-545CA1A60299}" dt="2025-01-12T22:35:07.737" v="498" actId="20577"/>
          <ac:spMkLst>
            <pc:docMk/>
            <pc:sldMk cId="3784977865" sldId="278"/>
            <ac:spMk id="2" creationId="{62646450-CDFC-F7A3-5FE5-022637B30CE8}"/>
          </ac:spMkLst>
        </pc:spChg>
        <pc:spChg chg="del">
          <ac:chgData name="Anelis Gheorghias" userId="da2eb0ca52ad48a3" providerId="LiveId" clId="{252F1BB4-DEA7-4EC9-8B81-545CA1A60299}" dt="2025-01-12T22:35:11.695" v="500" actId="478"/>
          <ac:spMkLst>
            <pc:docMk/>
            <pc:sldMk cId="3784977865" sldId="278"/>
            <ac:spMk id="3" creationId="{E0EADD27-BFF3-F82E-5EAD-2B4B339F89FF}"/>
          </ac:spMkLst>
        </pc:spChg>
        <pc:spChg chg="del">
          <ac:chgData name="Anelis Gheorghias" userId="da2eb0ca52ad48a3" providerId="LiveId" clId="{252F1BB4-DEA7-4EC9-8B81-545CA1A60299}" dt="2025-01-12T22:35:10.545" v="499" actId="478"/>
          <ac:spMkLst>
            <pc:docMk/>
            <pc:sldMk cId="3784977865" sldId="278"/>
            <ac:spMk id="4" creationId="{0F4861A1-7C42-9CA9-7BB0-8BAFFC4AADC6}"/>
          </ac:spMkLst>
        </pc:spChg>
        <pc:spChg chg="del">
          <ac:chgData name="Anelis Gheorghias" userId="da2eb0ca52ad48a3" providerId="LiveId" clId="{252F1BB4-DEA7-4EC9-8B81-545CA1A60299}" dt="2025-01-12T22:35:12.799" v="501" actId="478"/>
          <ac:spMkLst>
            <pc:docMk/>
            <pc:sldMk cId="3784977865" sldId="278"/>
            <ac:spMk id="5" creationId="{21D22AC9-4378-C585-0B72-286D7EA86D73}"/>
          </ac:spMkLst>
        </pc:spChg>
      </pc:sldChg>
      <pc:sldChg chg="del">
        <pc:chgData name="Anelis Gheorghias" userId="da2eb0ca52ad48a3" providerId="LiveId" clId="{252F1BB4-DEA7-4EC9-8B81-545CA1A60299}" dt="2025-01-12T22:05:43.083" v="22" actId="47"/>
        <pc:sldMkLst>
          <pc:docMk/>
          <pc:sldMk cId="0" sldId="279"/>
        </pc:sldMkLst>
      </pc:sldChg>
      <pc:sldChg chg="add del">
        <pc:chgData name="Anelis Gheorghias" userId="da2eb0ca52ad48a3" providerId="LiveId" clId="{252F1BB4-DEA7-4EC9-8B81-545CA1A60299}" dt="2025-01-12T22:34:50.097" v="483" actId="47"/>
        <pc:sldMkLst>
          <pc:docMk/>
          <pc:sldMk cId="2855439448" sldId="279"/>
        </pc:sldMkLst>
      </pc:sldChg>
      <pc:sldChg chg="del">
        <pc:chgData name="Anelis Gheorghias" userId="da2eb0ca52ad48a3" providerId="LiveId" clId="{252F1BB4-DEA7-4EC9-8B81-545CA1A60299}" dt="2025-01-12T22:05:43.131" v="23" actId="47"/>
        <pc:sldMkLst>
          <pc:docMk/>
          <pc:sldMk cId="0" sldId="280"/>
        </pc:sldMkLst>
      </pc:sldChg>
      <pc:sldChg chg="del">
        <pc:chgData name="Anelis Gheorghias" userId="da2eb0ca52ad48a3" providerId="LiveId" clId="{252F1BB4-DEA7-4EC9-8B81-545CA1A60299}" dt="2025-01-12T22:05:43.163" v="24" actId="47"/>
        <pc:sldMkLst>
          <pc:docMk/>
          <pc:sldMk cId="0" sldId="281"/>
        </pc:sldMkLst>
      </pc:sldChg>
      <pc:sldChg chg="del">
        <pc:chgData name="Anelis Gheorghias" userId="da2eb0ca52ad48a3" providerId="LiveId" clId="{252F1BB4-DEA7-4EC9-8B81-545CA1A60299}" dt="2025-01-12T22:05:43.195" v="25" actId="47"/>
        <pc:sldMkLst>
          <pc:docMk/>
          <pc:sldMk cId="0" sldId="282"/>
        </pc:sldMkLst>
      </pc:sldChg>
      <pc:sldChg chg="del">
        <pc:chgData name="Anelis Gheorghias" userId="da2eb0ca52ad48a3" providerId="LiveId" clId="{252F1BB4-DEA7-4EC9-8B81-545CA1A60299}" dt="2025-01-12T22:05:43.210" v="26" actId="47"/>
        <pc:sldMkLst>
          <pc:docMk/>
          <pc:sldMk cId="0" sldId="283"/>
        </pc:sldMkLst>
      </pc:sldChg>
      <pc:sldChg chg="del">
        <pc:chgData name="Anelis Gheorghias" userId="da2eb0ca52ad48a3" providerId="LiveId" clId="{252F1BB4-DEA7-4EC9-8B81-545CA1A60299}" dt="2025-01-12T22:05:43.242" v="27" actId="47"/>
        <pc:sldMkLst>
          <pc:docMk/>
          <pc:sldMk cId="0" sldId="284"/>
        </pc:sldMkLst>
      </pc:sldChg>
      <pc:sldChg chg="del">
        <pc:chgData name="Anelis Gheorghias" userId="da2eb0ca52ad48a3" providerId="LiveId" clId="{252F1BB4-DEA7-4EC9-8B81-545CA1A60299}" dt="2025-01-12T22:05:43.274" v="28" actId="47"/>
        <pc:sldMkLst>
          <pc:docMk/>
          <pc:sldMk cId="0" sldId="285"/>
        </pc:sldMkLst>
      </pc:sldChg>
      <pc:sldChg chg="del">
        <pc:chgData name="Anelis Gheorghias" userId="da2eb0ca52ad48a3" providerId="LiveId" clId="{252F1BB4-DEA7-4EC9-8B81-545CA1A60299}" dt="2025-01-12T22:05:44.860" v="29" actId="47"/>
        <pc:sldMkLst>
          <pc:docMk/>
          <pc:sldMk cId="0" sldId="286"/>
        </pc:sldMkLst>
      </pc:sldChg>
      <pc:sldChg chg="del">
        <pc:chgData name="Anelis Gheorghias" userId="da2eb0ca52ad48a3" providerId="LiveId" clId="{252F1BB4-DEA7-4EC9-8B81-545CA1A60299}" dt="2025-01-12T22:05:45.580" v="30" actId="47"/>
        <pc:sldMkLst>
          <pc:docMk/>
          <pc:sldMk cId="0" sldId="287"/>
        </pc:sldMkLst>
      </pc:sldChg>
      <pc:sldChg chg="del">
        <pc:chgData name="Anelis Gheorghias" userId="da2eb0ca52ad48a3" providerId="LiveId" clId="{252F1BB4-DEA7-4EC9-8B81-545CA1A60299}" dt="2025-01-12T22:05:45.882" v="31" actId="47"/>
        <pc:sldMkLst>
          <pc:docMk/>
          <pc:sldMk cId="0" sldId="288"/>
        </pc:sldMkLst>
      </pc:sldChg>
      <pc:sldChg chg="del">
        <pc:chgData name="Anelis Gheorghias" userId="da2eb0ca52ad48a3" providerId="LiveId" clId="{252F1BB4-DEA7-4EC9-8B81-545CA1A60299}" dt="2025-01-12T22:05:45.930" v="32" actId="47"/>
        <pc:sldMkLst>
          <pc:docMk/>
          <pc:sldMk cId="0" sldId="289"/>
        </pc:sldMkLst>
      </pc:sldChg>
      <pc:sldChg chg="del">
        <pc:chgData name="Anelis Gheorghias" userId="da2eb0ca52ad48a3" providerId="LiveId" clId="{252F1BB4-DEA7-4EC9-8B81-545CA1A60299}" dt="2025-01-12T22:05:45.961" v="33" actId="47"/>
        <pc:sldMkLst>
          <pc:docMk/>
          <pc:sldMk cId="0" sldId="290"/>
        </pc:sldMkLst>
      </pc:sldChg>
      <pc:sldChg chg="del">
        <pc:chgData name="Anelis Gheorghias" userId="da2eb0ca52ad48a3" providerId="LiveId" clId="{252F1BB4-DEA7-4EC9-8B81-545CA1A60299}" dt="2025-01-12T22:05:45.993" v="34" actId="47"/>
        <pc:sldMkLst>
          <pc:docMk/>
          <pc:sldMk cId="0" sldId="291"/>
        </pc:sldMkLst>
      </pc:sldChg>
      <pc:sldChg chg="del">
        <pc:chgData name="Anelis Gheorghias" userId="da2eb0ca52ad48a3" providerId="LiveId" clId="{252F1BB4-DEA7-4EC9-8B81-545CA1A60299}" dt="2025-01-12T22:05:46.025" v="35" actId="47"/>
        <pc:sldMkLst>
          <pc:docMk/>
          <pc:sldMk cId="0" sldId="292"/>
        </pc:sldMkLst>
      </pc:sldChg>
      <pc:sldChg chg="del">
        <pc:chgData name="Anelis Gheorghias" userId="da2eb0ca52ad48a3" providerId="LiveId" clId="{252F1BB4-DEA7-4EC9-8B81-545CA1A60299}" dt="2025-01-12T22:05:46.073" v="36" actId="47"/>
        <pc:sldMkLst>
          <pc:docMk/>
          <pc:sldMk cId="0" sldId="293"/>
        </pc:sldMkLst>
      </pc:sldChg>
      <pc:sldChg chg="del">
        <pc:chgData name="Anelis Gheorghias" userId="da2eb0ca52ad48a3" providerId="LiveId" clId="{252F1BB4-DEA7-4EC9-8B81-545CA1A60299}" dt="2025-01-12T22:05:46.121" v="37" actId="47"/>
        <pc:sldMkLst>
          <pc:docMk/>
          <pc:sldMk cId="0" sldId="294"/>
        </pc:sldMkLst>
      </pc:sldChg>
      <pc:sldChg chg="del">
        <pc:chgData name="Anelis Gheorghias" userId="da2eb0ca52ad48a3" providerId="LiveId" clId="{252F1BB4-DEA7-4EC9-8B81-545CA1A60299}" dt="2025-01-12T22:05:46.169" v="38" actId="47"/>
        <pc:sldMkLst>
          <pc:docMk/>
          <pc:sldMk cId="0" sldId="295"/>
        </pc:sldMkLst>
      </pc:sldChg>
      <pc:sldChg chg="del">
        <pc:chgData name="Anelis Gheorghias" userId="da2eb0ca52ad48a3" providerId="LiveId" clId="{252F1BB4-DEA7-4EC9-8B81-545CA1A60299}" dt="2025-01-12T22:05:46.201" v="39" actId="47"/>
        <pc:sldMkLst>
          <pc:docMk/>
          <pc:sldMk cId="0" sldId="296"/>
        </pc:sldMkLst>
      </pc:sldChg>
      <pc:sldChg chg="del">
        <pc:chgData name="Anelis Gheorghias" userId="da2eb0ca52ad48a3" providerId="LiveId" clId="{252F1BB4-DEA7-4EC9-8B81-545CA1A60299}" dt="2025-01-12T22:05:46.248" v="40" actId="47"/>
        <pc:sldMkLst>
          <pc:docMk/>
          <pc:sldMk cId="0" sldId="297"/>
        </pc:sldMkLst>
      </pc:sldChg>
      <pc:sldChg chg="del">
        <pc:chgData name="Anelis Gheorghias" userId="da2eb0ca52ad48a3" providerId="LiveId" clId="{252F1BB4-DEA7-4EC9-8B81-545CA1A60299}" dt="2025-01-12T22:05:46.284" v="41" actId="47"/>
        <pc:sldMkLst>
          <pc:docMk/>
          <pc:sldMk cId="0" sldId="298"/>
        </pc:sldMkLst>
      </pc:sldChg>
      <pc:sldChg chg="del">
        <pc:chgData name="Anelis Gheorghias" userId="da2eb0ca52ad48a3" providerId="LiveId" clId="{252F1BB4-DEA7-4EC9-8B81-545CA1A60299}" dt="2025-01-12T22:05:46.295" v="42" actId="47"/>
        <pc:sldMkLst>
          <pc:docMk/>
          <pc:sldMk cId="0" sldId="299"/>
        </pc:sldMkLst>
      </pc:sldChg>
      <pc:sldChg chg="del">
        <pc:chgData name="Anelis Gheorghias" userId="da2eb0ca52ad48a3" providerId="LiveId" clId="{252F1BB4-DEA7-4EC9-8B81-545CA1A60299}" dt="2025-01-12T22:05:46.311" v="43" actId="47"/>
        <pc:sldMkLst>
          <pc:docMk/>
          <pc:sldMk cId="0" sldId="300"/>
        </pc:sldMkLst>
      </pc:sldChg>
      <pc:sldMasterChg chg="addSldLayout delSldLayout">
        <pc:chgData name="Anelis Gheorghias" userId="da2eb0ca52ad48a3" providerId="LiveId" clId="{252F1BB4-DEA7-4EC9-8B81-545CA1A60299}" dt="2025-01-12T22:10:01.036" v="157" actId="47"/>
        <pc:sldMasterMkLst>
          <pc:docMk/>
          <pc:sldMasterMk cId="0" sldId="2147483675"/>
        </pc:sldMasterMkLst>
        <pc:sldLayoutChg chg="add del">
          <pc:chgData name="Anelis Gheorghias" userId="da2eb0ca52ad48a3" providerId="LiveId" clId="{252F1BB4-DEA7-4EC9-8B81-545CA1A60299}" dt="2025-01-12T22:05:47.999" v="45" actId="47"/>
          <pc:sldLayoutMkLst>
            <pc:docMk/>
            <pc:sldMasterMk cId="0" sldId="2147483675"/>
            <pc:sldLayoutMk cId="0" sldId="2147483648"/>
          </pc:sldLayoutMkLst>
        </pc:sldLayoutChg>
        <pc:sldLayoutChg chg="del">
          <pc:chgData name="Anelis Gheorghias" userId="da2eb0ca52ad48a3" providerId="LiveId" clId="{252F1BB4-DEA7-4EC9-8B81-545CA1A60299}" dt="2025-01-12T22:05:41.747" v="13" actId="47"/>
          <pc:sldLayoutMkLst>
            <pc:docMk/>
            <pc:sldMasterMk cId="0" sldId="2147483675"/>
            <pc:sldLayoutMk cId="0" sldId="2147483649"/>
          </pc:sldLayoutMkLst>
        </pc:sldLayoutChg>
        <pc:sldLayoutChg chg="del">
          <pc:chgData name="Anelis Gheorghias" userId="da2eb0ca52ad48a3" providerId="LiveId" clId="{252F1BB4-DEA7-4EC9-8B81-545CA1A60299}" dt="2025-01-12T22:05:43.195" v="25" actId="47"/>
          <pc:sldLayoutMkLst>
            <pc:docMk/>
            <pc:sldMasterMk cId="0" sldId="2147483675"/>
            <pc:sldLayoutMk cId="0" sldId="2147483650"/>
          </pc:sldLayoutMkLst>
        </pc:sldLayoutChg>
        <pc:sldLayoutChg chg="del">
          <pc:chgData name="Anelis Gheorghias" userId="da2eb0ca52ad48a3" providerId="LiveId" clId="{252F1BB4-DEA7-4EC9-8B81-545CA1A60299}" dt="2025-01-12T22:05:40.576" v="4" actId="47"/>
          <pc:sldLayoutMkLst>
            <pc:docMk/>
            <pc:sldMasterMk cId="0" sldId="2147483675"/>
            <pc:sldLayoutMk cId="0" sldId="2147483651"/>
          </pc:sldLayoutMkLst>
        </pc:sldLayoutChg>
        <pc:sldLayoutChg chg="del">
          <pc:chgData name="Anelis Gheorghias" userId="da2eb0ca52ad48a3" providerId="LiveId" clId="{252F1BB4-DEA7-4EC9-8B81-545CA1A60299}" dt="2025-01-12T22:05:43.131" v="23" actId="47"/>
          <pc:sldLayoutMkLst>
            <pc:docMk/>
            <pc:sldMasterMk cId="0" sldId="2147483675"/>
            <pc:sldLayoutMk cId="0" sldId="2147483652"/>
          </pc:sldLayoutMkLst>
        </pc:sldLayoutChg>
        <pc:sldLayoutChg chg="del">
          <pc:chgData name="Anelis Gheorghias" userId="da2eb0ca52ad48a3" providerId="LiveId" clId="{252F1BB4-DEA7-4EC9-8B81-545CA1A60299}" dt="2025-01-12T22:05:41.037" v="5" actId="47"/>
          <pc:sldLayoutMkLst>
            <pc:docMk/>
            <pc:sldMasterMk cId="0" sldId="2147483675"/>
            <pc:sldLayoutMk cId="0" sldId="2147483653"/>
          </pc:sldLayoutMkLst>
        </pc:sldLayoutChg>
        <pc:sldLayoutChg chg="del">
          <pc:chgData name="Anelis Gheorghias" userId="da2eb0ca52ad48a3" providerId="LiveId" clId="{252F1BB4-DEA7-4EC9-8B81-545CA1A60299}" dt="2025-01-12T22:05:41.598" v="8" actId="47"/>
          <pc:sldLayoutMkLst>
            <pc:docMk/>
            <pc:sldMasterMk cId="0" sldId="2147483675"/>
            <pc:sldLayoutMk cId="0" sldId="2147483654"/>
          </pc:sldLayoutMkLst>
        </pc:sldLayoutChg>
        <pc:sldLayoutChg chg="del">
          <pc:chgData name="Anelis Gheorghias" userId="da2eb0ca52ad48a3" providerId="LiveId" clId="{252F1BB4-DEA7-4EC9-8B81-545CA1A60299}" dt="2025-01-12T22:05:40.127" v="2" actId="47"/>
          <pc:sldLayoutMkLst>
            <pc:docMk/>
            <pc:sldMasterMk cId="0" sldId="2147483675"/>
            <pc:sldLayoutMk cId="0" sldId="2147483655"/>
          </pc:sldLayoutMkLst>
        </pc:sldLayoutChg>
        <pc:sldLayoutChg chg="del">
          <pc:chgData name="Anelis Gheorghias" userId="da2eb0ca52ad48a3" providerId="LiveId" clId="{252F1BB4-DEA7-4EC9-8B81-545CA1A60299}" dt="2025-01-12T22:05:41.709" v="12" actId="47"/>
          <pc:sldLayoutMkLst>
            <pc:docMk/>
            <pc:sldMasterMk cId="0" sldId="2147483675"/>
            <pc:sldLayoutMk cId="0" sldId="2147483656"/>
          </pc:sldLayoutMkLst>
        </pc:sldLayoutChg>
        <pc:sldLayoutChg chg="del">
          <pc:chgData name="Anelis Gheorghias" userId="da2eb0ca52ad48a3" providerId="LiveId" clId="{252F1BB4-DEA7-4EC9-8B81-545CA1A60299}" dt="2025-01-12T22:05:43.003" v="20" actId="47"/>
          <pc:sldLayoutMkLst>
            <pc:docMk/>
            <pc:sldMasterMk cId="0" sldId="2147483675"/>
            <pc:sldLayoutMk cId="0" sldId="2147483657"/>
          </pc:sldLayoutMkLst>
        </pc:sldLayoutChg>
        <pc:sldLayoutChg chg="del">
          <pc:chgData name="Anelis Gheorghias" userId="da2eb0ca52ad48a3" providerId="LiveId" clId="{252F1BB4-DEA7-4EC9-8B81-545CA1A60299}" dt="2025-01-12T22:05:39.904" v="1" actId="47"/>
          <pc:sldLayoutMkLst>
            <pc:docMk/>
            <pc:sldMasterMk cId="0" sldId="2147483675"/>
            <pc:sldLayoutMk cId="0" sldId="2147483659"/>
          </pc:sldLayoutMkLst>
        </pc:sldLayoutChg>
        <pc:sldLayoutChg chg="del">
          <pc:chgData name="Anelis Gheorghias" userId="da2eb0ca52ad48a3" providerId="LiveId" clId="{252F1BB4-DEA7-4EC9-8B81-545CA1A60299}" dt="2025-01-12T22:05:41.544" v="6" actId="47"/>
          <pc:sldLayoutMkLst>
            <pc:docMk/>
            <pc:sldMasterMk cId="0" sldId="2147483675"/>
            <pc:sldLayoutMk cId="0" sldId="2147483660"/>
          </pc:sldLayoutMkLst>
        </pc:sldLayoutChg>
        <pc:sldLayoutChg chg="del">
          <pc:chgData name="Anelis Gheorghias" userId="da2eb0ca52ad48a3" providerId="LiveId" clId="{252F1BB4-DEA7-4EC9-8B81-545CA1A60299}" dt="2025-01-12T22:05:41.916" v="17" actId="47"/>
          <pc:sldLayoutMkLst>
            <pc:docMk/>
            <pc:sldMasterMk cId="0" sldId="2147483675"/>
            <pc:sldLayoutMk cId="0" sldId="2147483661"/>
          </pc:sldLayoutMkLst>
        </pc:sldLayoutChg>
        <pc:sldLayoutChg chg="del">
          <pc:chgData name="Anelis Gheorghias" userId="da2eb0ca52ad48a3" providerId="LiveId" clId="{252F1BB4-DEA7-4EC9-8B81-545CA1A60299}" dt="2025-01-12T22:05:41.820" v="14" actId="47"/>
          <pc:sldLayoutMkLst>
            <pc:docMk/>
            <pc:sldMasterMk cId="0" sldId="2147483675"/>
            <pc:sldLayoutMk cId="0" sldId="2147483662"/>
          </pc:sldLayoutMkLst>
        </pc:sldLayoutChg>
        <pc:sldLayoutChg chg="del">
          <pc:chgData name="Anelis Gheorghias" userId="da2eb0ca52ad48a3" providerId="LiveId" clId="{252F1BB4-DEA7-4EC9-8B81-545CA1A60299}" dt="2025-01-12T22:05:43.163" v="24" actId="47"/>
          <pc:sldLayoutMkLst>
            <pc:docMk/>
            <pc:sldMasterMk cId="0" sldId="2147483675"/>
            <pc:sldLayoutMk cId="0" sldId="2147483663"/>
          </pc:sldLayoutMkLst>
        </pc:sldLayoutChg>
        <pc:sldLayoutChg chg="del">
          <pc:chgData name="Anelis Gheorghias" userId="da2eb0ca52ad48a3" providerId="LiveId" clId="{252F1BB4-DEA7-4EC9-8B81-545CA1A60299}" dt="2025-01-12T22:10:01.036" v="157" actId="47"/>
          <pc:sldLayoutMkLst>
            <pc:docMk/>
            <pc:sldMasterMk cId="0" sldId="2147483675"/>
            <pc:sldLayoutMk cId="0" sldId="2147483664"/>
          </pc:sldLayoutMkLst>
        </pc:sldLayoutChg>
        <pc:sldLayoutChg chg="del">
          <pc:chgData name="Anelis Gheorghias" userId="da2eb0ca52ad48a3" providerId="LiveId" clId="{252F1BB4-DEA7-4EC9-8B81-545CA1A60299}" dt="2025-01-12T22:05:40.352" v="3" actId="47"/>
          <pc:sldLayoutMkLst>
            <pc:docMk/>
            <pc:sldMasterMk cId="0" sldId="2147483675"/>
            <pc:sldLayoutMk cId="0" sldId="2147483665"/>
          </pc:sldLayoutMkLst>
        </pc:sldLayoutChg>
        <pc:sldLayoutChg chg="del">
          <pc:chgData name="Anelis Gheorghias" userId="da2eb0ca52ad48a3" providerId="LiveId" clId="{252F1BB4-DEA7-4EC9-8B81-545CA1A60299}" dt="2025-01-12T22:05:41.630" v="9" actId="47"/>
          <pc:sldLayoutMkLst>
            <pc:docMk/>
            <pc:sldMasterMk cId="0" sldId="2147483675"/>
            <pc:sldLayoutMk cId="0" sldId="2147483666"/>
          </pc:sldLayoutMkLst>
        </pc:sldLayoutChg>
        <pc:sldLayoutChg chg="del">
          <pc:chgData name="Anelis Gheorghias" userId="da2eb0ca52ad48a3" providerId="LiveId" clId="{252F1BB4-DEA7-4EC9-8B81-545CA1A60299}" dt="2025-01-12T22:05:41.948" v="18" actId="47"/>
          <pc:sldLayoutMkLst>
            <pc:docMk/>
            <pc:sldMasterMk cId="0" sldId="2147483675"/>
            <pc:sldLayoutMk cId="0" sldId="2147483667"/>
          </pc:sldLayoutMkLst>
        </pc:sldLayoutChg>
        <pc:sldLayoutChg chg="del">
          <pc:chgData name="Anelis Gheorghias" userId="da2eb0ca52ad48a3" providerId="LiveId" clId="{252F1BB4-DEA7-4EC9-8B81-545CA1A60299}" dt="2025-01-12T22:05:41.566" v="7" actId="47"/>
          <pc:sldLayoutMkLst>
            <pc:docMk/>
            <pc:sldMasterMk cId="0" sldId="2147483675"/>
            <pc:sldLayoutMk cId="0" sldId="2147483668"/>
          </pc:sldLayoutMkLst>
        </pc:sldLayoutChg>
        <pc:sldLayoutChg chg="del">
          <pc:chgData name="Anelis Gheorghias" userId="da2eb0ca52ad48a3" providerId="LiveId" clId="{252F1BB4-DEA7-4EC9-8B81-545CA1A60299}" dt="2025-01-12T22:05:41.665" v="10" actId="47"/>
          <pc:sldLayoutMkLst>
            <pc:docMk/>
            <pc:sldMasterMk cId="0" sldId="2147483675"/>
            <pc:sldLayoutMk cId="0" sldId="2147483669"/>
          </pc:sldLayoutMkLst>
        </pc:sldLayoutChg>
        <pc:sldLayoutChg chg="del">
          <pc:chgData name="Anelis Gheorghias" userId="da2eb0ca52ad48a3" providerId="LiveId" clId="{252F1BB4-DEA7-4EC9-8B81-545CA1A60299}" dt="2025-01-12T22:05:43.083" v="22" actId="47"/>
          <pc:sldLayoutMkLst>
            <pc:docMk/>
            <pc:sldMasterMk cId="0" sldId="2147483675"/>
            <pc:sldLayoutMk cId="0" sldId="2147483670"/>
          </pc:sldLayoutMkLst>
        </pc:sldLayoutChg>
      </pc:sldMasterChg>
      <pc:sldMasterChg chg="del delSldLayout">
        <pc:chgData name="Anelis Gheorghias" userId="da2eb0ca52ad48a3" providerId="LiveId" clId="{252F1BB4-DEA7-4EC9-8B81-545CA1A60299}" dt="2025-01-12T22:05:46.311" v="43" actId="47"/>
        <pc:sldMasterMkLst>
          <pc:docMk/>
          <pc:sldMasterMk cId="0" sldId="2147483676"/>
        </pc:sldMasterMkLst>
        <pc:sldLayoutChg chg="del">
          <pc:chgData name="Anelis Gheorghias" userId="da2eb0ca52ad48a3" providerId="LiveId" clId="{252F1BB4-DEA7-4EC9-8B81-545CA1A60299}" dt="2025-01-12T22:05:46.311" v="43" actId="47"/>
          <pc:sldLayoutMkLst>
            <pc:docMk/>
            <pc:sldMasterMk cId="0" sldId="2147483676"/>
            <pc:sldLayoutMk cId="0" sldId="2147483673"/>
          </pc:sldLayoutMkLst>
        </pc:sldLayoutChg>
        <pc:sldLayoutChg chg="del">
          <pc:chgData name="Anelis Gheorghias" userId="da2eb0ca52ad48a3" providerId="LiveId" clId="{252F1BB4-DEA7-4EC9-8B81-545CA1A60299}" dt="2025-01-12T22:05:46.295" v="42" actId="47"/>
          <pc:sldLayoutMkLst>
            <pc:docMk/>
            <pc:sldMasterMk cId="0" sldId="2147483676"/>
            <pc:sldLayoutMk cId="0" sldId="214748367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138111" y="-1907432"/>
            <a:ext cx="12612232" cy="7338805"/>
            <a:chOff x="-2138111" y="-1907432"/>
            <a:chExt cx="12612232" cy="7338805"/>
          </a:xfrm>
        </p:grpSpPr>
        <p:sp>
          <p:nvSpPr>
            <p:cNvPr id="10" name="Google Shape;10;p2"/>
            <p:cNvSpPr/>
            <p:nvPr/>
          </p:nvSpPr>
          <p:spPr>
            <a:xfrm rot="-10210910">
              <a:off x="5334753" y="-288655"/>
              <a:ext cx="3261178" cy="1154360"/>
            </a:xfrm>
            <a:custGeom>
              <a:avLst/>
              <a:gdLst/>
              <a:ahLst/>
              <a:cxnLst/>
              <a:rect l="l" t="t" r="r" b="b"/>
              <a:pathLst>
                <a:path w="71732" h="25391" extrusionOk="0">
                  <a:moveTo>
                    <a:pt x="56488" y="1"/>
                  </a:moveTo>
                  <a:cubicBezTo>
                    <a:pt x="55279" y="1"/>
                    <a:pt x="54071" y="138"/>
                    <a:pt x="52895" y="412"/>
                  </a:cubicBezTo>
                  <a:cubicBezTo>
                    <a:pt x="49787" y="1143"/>
                    <a:pt x="47158" y="2890"/>
                    <a:pt x="44873" y="5073"/>
                  </a:cubicBezTo>
                  <a:cubicBezTo>
                    <a:pt x="40293" y="9420"/>
                    <a:pt x="36272" y="15847"/>
                    <a:pt x="29367" y="16416"/>
                  </a:cubicBezTo>
                  <a:cubicBezTo>
                    <a:pt x="29019" y="16444"/>
                    <a:pt x="28673" y="16457"/>
                    <a:pt x="28327" y="16457"/>
                  </a:cubicBezTo>
                  <a:cubicBezTo>
                    <a:pt x="25059" y="16457"/>
                    <a:pt x="21885" y="15265"/>
                    <a:pt x="18836" y="14182"/>
                  </a:cubicBezTo>
                  <a:cubicBezTo>
                    <a:pt x="15978" y="13173"/>
                    <a:pt x="13052" y="12242"/>
                    <a:pt x="9988" y="12242"/>
                  </a:cubicBezTo>
                  <a:cubicBezTo>
                    <a:pt x="9939" y="12242"/>
                    <a:pt x="9889" y="12242"/>
                    <a:pt x="9839" y="12243"/>
                  </a:cubicBezTo>
                  <a:cubicBezTo>
                    <a:pt x="7037" y="12283"/>
                    <a:pt x="4275" y="13238"/>
                    <a:pt x="2478" y="15472"/>
                  </a:cubicBezTo>
                  <a:cubicBezTo>
                    <a:pt x="741" y="17645"/>
                    <a:pt x="152" y="20498"/>
                    <a:pt x="50" y="23219"/>
                  </a:cubicBezTo>
                  <a:cubicBezTo>
                    <a:pt x="30" y="23930"/>
                    <a:pt x="41" y="24641"/>
                    <a:pt x="71" y="25352"/>
                  </a:cubicBezTo>
                  <a:cubicBezTo>
                    <a:pt x="76" y="25377"/>
                    <a:pt x="94" y="25390"/>
                    <a:pt x="110" y="25390"/>
                  </a:cubicBezTo>
                  <a:cubicBezTo>
                    <a:pt x="127" y="25390"/>
                    <a:pt x="142" y="25377"/>
                    <a:pt x="142" y="25352"/>
                  </a:cubicBezTo>
                  <a:cubicBezTo>
                    <a:pt x="0" y="22529"/>
                    <a:pt x="244" y="19523"/>
                    <a:pt x="1584" y="16975"/>
                  </a:cubicBezTo>
                  <a:cubicBezTo>
                    <a:pt x="2264" y="15685"/>
                    <a:pt x="3229" y="14568"/>
                    <a:pt x="4458" y="13775"/>
                  </a:cubicBezTo>
                  <a:cubicBezTo>
                    <a:pt x="5676" y="12994"/>
                    <a:pt x="7068" y="12557"/>
                    <a:pt x="8489" y="12394"/>
                  </a:cubicBezTo>
                  <a:cubicBezTo>
                    <a:pt x="9022" y="12333"/>
                    <a:pt x="9548" y="12305"/>
                    <a:pt x="10070" y="12305"/>
                  </a:cubicBezTo>
                  <a:cubicBezTo>
                    <a:pt x="16002" y="12305"/>
                    <a:pt x="21274" y="15981"/>
                    <a:pt x="27163" y="16467"/>
                  </a:cubicBezTo>
                  <a:cubicBezTo>
                    <a:pt x="27555" y="16501"/>
                    <a:pt x="27948" y="16519"/>
                    <a:pt x="28340" y="16519"/>
                  </a:cubicBezTo>
                  <a:cubicBezTo>
                    <a:pt x="29566" y="16519"/>
                    <a:pt x="30787" y="16346"/>
                    <a:pt x="31956" y="15969"/>
                  </a:cubicBezTo>
                  <a:cubicBezTo>
                    <a:pt x="33368" y="15512"/>
                    <a:pt x="34677" y="14801"/>
                    <a:pt x="35886" y="13949"/>
                  </a:cubicBezTo>
                  <a:cubicBezTo>
                    <a:pt x="38414" y="12151"/>
                    <a:pt x="40456" y="9815"/>
                    <a:pt x="42548" y="7551"/>
                  </a:cubicBezTo>
                  <a:cubicBezTo>
                    <a:pt x="44710" y="5216"/>
                    <a:pt x="47025" y="2890"/>
                    <a:pt x="49950" y="1509"/>
                  </a:cubicBezTo>
                  <a:cubicBezTo>
                    <a:pt x="51984" y="549"/>
                    <a:pt x="54235" y="70"/>
                    <a:pt x="56482" y="70"/>
                  </a:cubicBezTo>
                  <a:cubicBezTo>
                    <a:pt x="57421" y="70"/>
                    <a:pt x="58360" y="153"/>
                    <a:pt x="59282" y="321"/>
                  </a:cubicBezTo>
                  <a:cubicBezTo>
                    <a:pt x="65182" y="1387"/>
                    <a:pt x="69945" y="6038"/>
                    <a:pt x="71315" y="11857"/>
                  </a:cubicBezTo>
                  <a:cubicBezTo>
                    <a:pt x="71488" y="12567"/>
                    <a:pt x="71599" y="13288"/>
                    <a:pt x="71660" y="14009"/>
                  </a:cubicBezTo>
                  <a:cubicBezTo>
                    <a:pt x="71666" y="14035"/>
                    <a:pt x="71684" y="14047"/>
                    <a:pt x="71700" y="14047"/>
                  </a:cubicBezTo>
                  <a:cubicBezTo>
                    <a:pt x="71717" y="14047"/>
                    <a:pt x="71732" y="14035"/>
                    <a:pt x="71732" y="14009"/>
                  </a:cubicBezTo>
                  <a:cubicBezTo>
                    <a:pt x="71244" y="8292"/>
                    <a:pt x="67386" y="3042"/>
                    <a:pt x="62004" y="1001"/>
                  </a:cubicBezTo>
                  <a:cubicBezTo>
                    <a:pt x="60248" y="333"/>
                    <a:pt x="58368" y="1"/>
                    <a:pt x="5648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 rot="-10210910">
              <a:off x="5416403" y="-315880"/>
              <a:ext cx="3261178" cy="1154360"/>
            </a:xfrm>
            <a:custGeom>
              <a:avLst/>
              <a:gdLst/>
              <a:ahLst/>
              <a:cxnLst/>
              <a:rect l="l" t="t" r="r" b="b"/>
              <a:pathLst>
                <a:path w="71732" h="25391" extrusionOk="0">
                  <a:moveTo>
                    <a:pt x="56488" y="1"/>
                  </a:moveTo>
                  <a:cubicBezTo>
                    <a:pt x="55279" y="1"/>
                    <a:pt x="54071" y="138"/>
                    <a:pt x="52895" y="412"/>
                  </a:cubicBezTo>
                  <a:cubicBezTo>
                    <a:pt x="49787" y="1143"/>
                    <a:pt x="47158" y="2890"/>
                    <a:pt x="44873" y="5073"/>
                  </a:cubicBezTo>
                  <a:cubicBezTo>
                    <a:pt x="40293" y="9420"/>
                    <a:pt x="36272" y="15847"/>
                    <a:pt x="29367" y="16416"/>
                  </a:cubicBezTo>
                  <a:cubicBezTo>
                    <a:pt x="29019" y="16444"/>
                    <a:pt x="28673" y="16457"/>
                    <a:pt x="28327" y="16457"/>
                  </a:cubicBezTo>
                  <a:cubicBezTo>
                    <a:pt x="25059" y="16457"/>
                    <a:pt x="21885" y="15265"/>
                    <a:pt x="18836" y="14182"/>
                  </a:cubicBezTo>
                  <a:cubicBezTo>
                    <a:pt x="15978" y="13173"/>
                    <a:pt x="13052" y="12242"/>
                    <a:pt x="9988" y="12242"/>
                  </a:cubicBezTo>
                  <a:cubicBezTo>
                    <a:pt x="9939" y="12242"/>
                    <a:pt x="9889" y="12242"/>
                    <a:pt x="9839" y="12243"/>
                  </a:cubicBezTo>
                  <a:cubicBezTo>
                    <a:pt x="7037" y="12283"/>
                    <a:pt x="4275" y="13238"/>
                    <a:pt x="2478" y="15472"/>
                  </a:cubicBezTo>
                  <a:cubicBezTo>
                    <a:pt x="741" y="17645"/>
                    <a:pt x="152" y="20498"/>
                    <a:pt x="50" y="23219"/>
                  </a:cubicBezTo>
                  <a:cubicBezTo>
                    <a:pt x="30" y="23930"/>
                    <a:pt x="41" y="24641"/>
                    <a:pt x="71" y="25352"/>
                  </a:cubicBezTo>
                  <a:cubicBezTo>
                    <a:pt x="76" y="25377"/>
                    <a:pt x="94" y="25390"/>
                    <a:pt x="110" y="25390"/>
                  </a:cubicBezTo>
                  <a:cubicBezTo>
                    <a:pt x="127" y="25390"/>
                    <a:pt x="142" y="25377"/>
                    <a:pt x="142" y="25352"/>
                  </a:cubicBezTo>
                  <a:cubicBezTo>
                    <a:pt x="0" y="22529"/>
                    <a:pt x="244" y="19523"/>
                    <a:pt x="1584" y="16975"/>
                  </a:cubicBezTo>
                  <a:cubicBezTo>
                    <a:pt x="2264" y="15685"/>
                    <a:pt x="3229" y="14568"/>
                    <a:pt x="4458" y="13775"/>
                  </a:cubicBezTo>
                  <a:cubicBezTo>
                    <a:pt x="5676" y="12994"/>
                    <a:pt x="7068" y="12557"/>
                    <a:pt x="8489" y="12394"/>
                  </a:cubicBezTo>
                  <a:cubicBezTo>
                    <a:pt x="9022" y="12333"/>
                    <a:pt x="9548" y="12305"/>
                    <a:pt x="10070" y="12305"/>
                  </a:cubicBezTo>
                  <a:cubicBezTo>
                    <a:pt x="16002" y="12305"/>
                    <a:pt x="21274" y="15981"/>
                    <a:pt x="27163" y="16467"/>
                  </a:cubicBezTo>
                  <a:cubicBezTo>
                    <a:pt x="27555" y="16501"/>
                    <a:pt x="27948" y="16519"/>
                    <a:pt x="28340" y="16519"/>
                  </a:cubicBezTo>
                  <a:cubicBezTo>
                    <a:pt x="29566" y="16519"/>
                    <a:pt x="30787" y="16346"/>
                    <a:pt x="31956" y="15969"/>
                  </a:cubicBezTo>
                  <a:cubicBezTo>
                    <a:pt x="33368" y="15512"/>
                    <a:pt x="34677" y="14801"/>
                    <a:pt x="35886" y="13949"/>
                  </a:cubicBezTo>
                  <a:cubicBezTo>
                    <a:pt x="38414" y="12151"/>
                    <a:pt x="40456" y="9815"/>
                    <a:pt x="42548" y="7551"/>
                  </a:cubicBezTo>
                  <a:cubicBezTo>
                    <a:pt x="44710" y="5216"/>
                    <a:pt x="47025" y="2890"/>
                    <a:pt x="49950" y="1509"/>
                  </a:cubicBezTo>
                  <a:cubicBezTo>
                    <a:pt x="51984" y="549"/>
                    <a:pt x="54235" y="70"/>
                    <a:pt x="56482" y="70"/>
                  </a:cubicBezTo>
                  <a:cubicBezTo>
                    <a:pt x="57421" y="70"/>
                    <a:pt x="58360" y="153"/>
                    <a:pt x="59282" y="321"/>
                  </a:cubicBezTo>
                  <a:cubicBezTo>
                    <a:pt x="65182" y="1387"/>
                    <a:pt x="69945" y="6038"/>
                    <a:pt x="71315" y="11857"/>
                  </a:cubicBezTo>
                  <a:cubicBezTo>
                    <a:pt x="71488" y="12567"/>
                    <a:pt x="71599" y="13288"/>
                    <a:pt x="71660" y="14009"/>
                  </a:cubicBezTo>
                  <a:cubicBezTo>
                    <a:pt x="71666" y="14035"/>
                    <a:pt x="71684" y="14047"/>
                    <a:pt x="71700" y="14047"/>
                  </a:cubicBezTo>
                  <a:cubicBezTo>
                    <a:pt x="71717" y="14047"/>
                    <a:pt x="71732" y="14035"/>
                    <a:pt x="71732" y="14009"/>
                  </a:cubicBezTo>
                  <a:cubicBezTo>
                    <a:pt x="71244" y="8292"/>
                    <a:pt x="67386" y="3042"/>
                    <a:pt x="62004" y="1001"/>
                  </a:cubicBezTo>
                  <a:cubicBezTo>
                    <a:pt x="60248" y="333"/>
                    <a:pt x="58368" y="1"/>
                    <a:pt x="564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-2138111" y="-1907432"/>
              <a:ext cx="12612232" cy="7338805"/>
              <a:chOff x="-2138111" y="-1907432"/>
              <a:chExt cx="12612232" cy="7338805"/>
            </a:xfrm>
          </p:grpSpPr>
          <p:sp>
            <p:nvSpPr>
              <p:cNvPr id="13" name="Google Shape;13;p2"/>
              <p:cNvSpPr/>
              <p:nvPr/>
            </p:nvSpPr>
            <p:spPr>
              <a:xfrm rot="9272496">
                <a:off x="866154" y="-1103050"/>
                <a:ext cx="4382991" cy="2835046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55463" extrusionOk="0">
                    <a:moveTo>
                      <a:pt x="48227" y="0"/>
                    </a:moveTo>
                    <a:cubicBezTo>
                      <a:pt x="47882" y="0"/>
                      <a:pt x="47535" y="9"/>
                      <a:pt x="47188" y="28"/>
                    </a:cubicBezTo>
                    <a:cubicBezTo>
                      <a:pt x="42599" y="282"/>
                      <a:pt x="38151" y="2018"/>
                      <a:pt x="34455" y="4719"/>
                    </a:cubicBezTo>
                    <a:cubicBezTo>
                      <a:pt x="30372" y="7705"/>
                      <a:pt x="27509" y="11899"/>
                      <a:pt x="24311" y="15737"/>
                    </a:cubicBezTo>
                    <a:cubicBezTo>
                      <a:pt x="21142" y="19545"/>
                      <a:pt x="17345" y="23231"/>
                      <a:pt x="12338" y="24338"/>
                    </a:cubicBezTo>
                    <a:cubicBezTo>
                      <a:pt x="11445" y="24532"/>
                      <a:pt x="10521" y="24639"/>
                      <a:pt x="9599" y="24639"/>
                    </a:cubicBezTo>
                    <a:cubicBezTo>
                      <a:pt x="8059" y="24639"/>
                      <a:pt x="6524" y="24340"/>
                      <a:pt x="5139" y="23647"/>
                    </a:cubicBezTo>
                    <a:cubicBezTo>
                      <a:pt x="3209" y="22693"/>
                      <a:pt x="1585" y="21027"/>
                      <a:pt x="793" y="19017"/>
                    </a:cubicBezTo>
                    <a:cubicBezTo>
                      <a:pt x="407" y="18052"/>
                      <a:pt x="244" y="17026"/>
                      <a:pt x="305" y="16001"/>
                    </a:cubicBezTo>
                    <a:cubicBezTo>
                      <a:pt x="305" y="15976"/>
                      <a:pt x="287" y="15963"/>
                      <a:pt x="269" y="15963"/>
                    </a:cubicBezTo>
                    <a:cubicBezTo>
                      <a:pt x="252" y="15963"/>
                      <a:pt x="234" y="15976"/>
                      <a:pt x="234" y="16001"/>
                    </a:cubicBezTo>
                    <a:cubicBezTo>
                      <a:pt x="1" y="20032"/>
                      <a:pt x="3291" y="23516"/>
                      <a:pt x="7078" y="24419"/>
                    </a:cubicBezTo>
                    <a:cubicBezTo>
                      <a:pt x="7930" y="24622"/>
                      <a:pt x="8785" y="24716"/>
                      <a:pt x="9633" y="24716"/>
                    </a:cubicBezTo>
                    <a:cubicBezTo>
                      <a:pt x="13412" y="24716"/>
                      <a:pt x="17069" y="22848"/>
                      <a:pt x="19913" y="20418"/>
                    </a:cubicBezTo>
                    <a:cubicBezTo>
                      <a:pt x="23762" y="17128"/>
                      <a:pt x="26514" y="12813"/>
                      <a:pt x="29875" y="9056"/>
                    </a:cubicBezTo>
                    <a:cubicBezTo>
                      <a:pt x="33125" y="5410"/>
                      <a:pt x="37095" y="2546"/>
                      <a:pt x="41786" y="1084"/>
                    </a:cubicBezTo>
                    <a:cubicBezTo>
                      <a:pt x="43888" y="429"/>
                      <a:pt x="46088" y="78"/>
                      <a:pt x="48282" y="78"/>
                    </a:cubicBezTo>
                    <a:cubicBezTo>
                      <a:pt x="50613" y="78"/>
                      <a:pt x="52937" y="475"/>
                      <a:pt x="55129" y="1327"/>
                    </a:cubicBezTo>
                    <a:cubicBezTo>
                      <a:pt x="59049" y="2851"/>
                      <a:pt x="62492" y="5704"/>
                      <a:pt x="64523" y="9401"/>
                    </a:cubicBezTo>
                    <a:cubicBezTo>
                      <a:pt x="65670" y="11513"/>
                      <a:pt x="66259" y="13818"/>
                      <a:pt x="66421" y="16204"/>
                    </a:cubicBezTo>
                    <a:cubicBezTo>
                      <a:pt x="66614" y="18926"/>
                      <a:pt x="66330" y="21657"/>
                      <a:pt x="66218" y="24378"/>
                    </a:cubicBezTo>
                    <a:cubicBezTo>
                      <a:pt x="66046" y="28420"/>
                      <a:pt x="66391" y="32807"/>
                      <a:pt x="68930" y="36148"/>
                    </a:cubicBezTo>
                    <a:cubicBezTo>
                      <a:pt x="70067" y="37640"/>
                      <a:pt x="71600" y="38727"/>
                      <a:pt x="73428" y="39215"/>
                    </a:cubicBezTo>
                    <a:cubicBezTo>
                      <a:pt x="74657" y="39549"/>
                      <a:pt x="75936" y="39651"/>
                      <a:pt x="77196" y="39895"/>
                    </a:cubicBezTo>
                    <a:cubicBezTo>
                      <a:pt x="78343" y="40118"/>
                      <a:pt x="79439" y="40494"/>
                      <a:pt x="80434" y="41113"/>
                    </a:cubicBezTo>
                    <a:cubicBezTo>
                      <a:pt x="82303" y="42261"/>
                      <a:pt x="83745" y="44099"/>
                      <a:pt x="84395" y="46190"/>
                    </a:cubicBezTo>
                    <a:cubicBezTo>
                      <a:pt x="85055" y="48354"/>
                      <a:pt x="84811" y="50750"/>
                      <a:pt x="83826" y="52771"/>
                    </a:cubicBezTo>
                    <a:cubicBezTo>
                      <a:pt x="83339" y="53766"/>
                      <a:pt x="82679" y="54659"/>
                      <a:pt x="81867" y="55411"/>
                    </a:cubicBezTo>
                    <a:cubicBezTo>
                      <a:pt x="81844" y="55434"/>
                      <a:pt x="81866" y="55462"/>
                      <a:pt x="81892" y="55462"/>
                    </a:cubicBezTo>
                    <a:cubicBezTo>
                      <a:pt x="81901" y="55462"/>
                      <a:pt x="81909" y="55459"/>
                      <a:pt x="81917" y="55451"/>
                    </a:cubicBezTo>
                    <a:cubicBezTo>
                      <a:pt x="84974" y="52598"/>
                      <a:pt x="85746" y="47826"/>
                      <a:pt x="83582" y="44220"/>
                    </a:cubicBezTo>
                    <a:cubicBezTo>
                      <a:pt x="82567" y="42514"/>
                      <a:pt x="80993" y="41133"/>
                      <a:pt x="79155" y="40382"/>
                    </a:cubicBezTo>
                    <a:cubicBezTo>
                      <a:pt x="76840" y="39448"/>
                      <a:pt x="74220" y="39702"/>
                      <a:pt x="71956" y="38605"/>
                    </a:cubicBezTo>
                    <a:cubicBezTo>
                      <a:pt x="68229" y="36787"/>
                      <a:pt x="66685" y="32380"/>
                      <a:pt x="66330" y="28512"/>
                    </a:cubicBezTo>
                    <a:cubicBezTo>
                      <a:pt x="65843" y="23313"/>
                      <a:pt x="67305" y="18032"/>
                      <a:pt x="65974" y="12894"/>
                    </a:cubicBezTo>
                    <a:cubicBezTo>
                      <a:pt x="64979" y="9004"/>
                      <a:pt x="62400" y="5653"/>
                      <a:pt x="59120" y="3379"/>
                    </a:cubicBezTo>
                    <a:cubicBezTo>
                      <a:pt x="55922" y="1150"/>
                      <a:pt x="52115" y="0"/>
                      <a:pt x="482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 rot="-2190436">
                <a:off x="6767466" y="2309917"/>
                <a:ext cx="3389217" cy="2184986"/>
              </a:xfrm>
              <a:custGeom>
                <a:avLst/>
                <a:gdLst/>
                <a:ahLst/>
                <a:cxnLst/>
                <a:rect l="l" t="t" r="r" b="b"/>
                <a:pathLst>
                  <a:path w="68641" h="44252" extrusionOk="0">
                    <a:moveTo>
                      <a:pt x="67677" y="0"/>
                    </a:moveTo>
                    <a:cubicBezTo>
                      <a:pt x="65155" y="0"/>
                      <a:pt x="62741" y="1012"/>
                      <a:pt x="60731" y="2524"/>
                    </a:cubicBezTo>
                    <a:cubicBezTo>
                      <a:pt x="58294" y="4352"/>
                      <a:pt x="56516" y="6829"/>
                      <a:pt x="55074" y="9480"/>
                    </a:cubicBezTo>
                    <a:cubicBezTo>
                      <a:pt x="52160" y="14852"/>
                      <a:pt x="50383" y="21107"/>
                      <a:pt x="45621" y="25240"/>
                    </a:cubicBezTo>
                    <a:cubicBezTo>
                      <a:pt x="44504" y="26215"/>
                      <a:pt x="43245" y="27027"/>
                      <a:pt x="41864" y="27576"/>
                    </a:cubicBezTo>
                    <a:cubicBezTo>
                      <a:pt x="40310" y="28185"/>
                      <a:pt x="38644" y="28459"/>
                      <a:pt x="36979" y="28499"/>
                    </a:cubicBezTo>
                    <a:cubicBezTo>
                      <a:pt x="36764" y="28506"/>
                      <a:pt x="36550" y="28509"/>
                      <a:pt x="36335" y="28509"/>
                    </a:cubicBezTo>
                    <a:cubicBezTo>
                      <a:pt x="33195" y="28509"/>
                      <a:pt x="30095" y="27846"/>
                      <a:pt x="26977" y="27504"/>
                    </a:cubicBezTo>
                    <a:cubicBezTo>
                      <a:pt x="25877" y="27383"/>
                      <a:pt x="24780" y="27316"/>
                      <a:pt x="23686" y="27316"/>
                    </a:cubicBezTo>
                    <a:cubicBezTo>
                      <a:pt x="21954" y="27316"/>
                      <a:pt x="20230" y="27484"/>
                      <a:pt x="18518" y="27870"/>
                    </a:cubicBezTo>
                    <a:cubicBezTo>
                      <a:pt x="15918" y="28459"/>
                      <a:pt x="13420" y="29464"/>
                      <a:pt x="11125" y="30815"/>
                    </a:cubicBezTo>
                    <a:cubicBezTo>
                      <a:pt x="6576" y="33506"/>
                      <a:pt x="2799" y="37578"/>
                      <a:pt x="687" y="42442"/>
                    </a:cubicBezTo>
                    <a:cubicBezTo>
                      <a:pt x="433" y="43020"/>
                      <a:pt x="210" y="43609"/>
                      <a:pt x="7" y="44209"/>
                    </a:cubicBezTo>
                    <a:cubicBezTo>
                      <a:pt x="0" y="44234"/>
                      <a:pt x="21" y="44251"/>
                      <a:pt x="40" y="44251"/>
                    </a:cubicBezTo>
                    <a:cubicBezTo>
                      <a:pt x="52" y="44251"/>
                      <a:pt x="64" y="44245"/>
                      <a:pt x="68" y="44229"/>
                    </a:cubicBezTo>
                    <a:cubicBezTo>
                      <a:pt x="1824" y="39080"/>
                      <a:pt x="5398" y="34673"/>
                      <a:pt x="9897" y="31668"/>
                    </a:cubicBezTo>
                    <a:cubicBezTo>
                      <a:pt x="14007" y="28925"/>
                      <a:pt x="18839" y="27367"/>
                      <a:pt x="23767" y="27367"/>
                    </a:cubicBezTo>
                    <a:cubicBezTo>
                      <a:pt x="24257" y="27367"/>
                      <a:pt x="24749" y="27382"/>
                      <a:pt x="25240" y="27413"/>
                    </a:cubicBezTo>
                    <a:cubicBezTo>
                      <a:pt x="28866" y="27644"/>
                      <a:pt x="32681" y="28556"/>
                      <a:pt x="36366" y="28556"/>
                    </a:cubicBezTo>
                    <a:cubicBezTo>
                      <a:pt x="38998" y="28556"/>
                      <a:pt x="41563" y="28091"/>
                      <a:pt x="43945" y="26581"/>
                    </a:cubicBezTo>
                    <a:cubicBezTo>
                      <a:pt x="49053" y="23351"/>
                      <a:pt x="51308" y="17411"/>
                      <a:pt x="53785" y="12202"/>
                    </a:cubicBezTo>
                    <a:cubicBezTo>
                      <a:pt x="55126" y="9368"/>
                      <a:pt x="56638" y="6535"/>
                      <a:pt x="58852" y="4271"/>
                    </a:cubicBezTo>
                    <a:cubicBezTo>
                      <a:pt x="60893" y="2179"/>
                      <a:pt x="63543" y="493"/>
                      <a:pt x="66488" y="138"/>
                    </a:cubicBezTo>
                    <a:cubicBezTo>
                      <a:pt x="66861" y="89"/>
                      <a:pt x="67236" y="66"/>
                      <a:pt x="67611" y="66"/>
                    </a:cubicBezTo>
                    <a:cubicBezTo>
                      <a:pt x="67941" y="66"/>
                      <a:pt x="68272" y="84"/>
                      <a:pt x="68600" y="118"/>
                    </a:cubicBezTo>
                    <a:cubicBezTo>
                      <a:pt x="68641" y="118"/>
                      <a:pt x="68641" y="57"/>
                      <a:pt x="68600" y="46"/>
                    </a:cubicBezTo>
                    <a:cubicBezTo>
                      <a:pt x="68291" y="15"/>
                      <a:pt x="67983" y="0"/>
                      <a:pt x="67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-3790971">
                <a:off x="2411629" y="580018"/>
                <a:ext cx="3827959" cy="4070931"/>
              </a:xfrm>
              <a:custGeom>
                <a:avLst/>
                <a:gdLst/>
                <a:ahLst/>
                <a:cxnLst/>
                <a:rect l="l" t="t" r="r" b="b"/>
                <a:pathLst>
                  <a:path w="37197" h="39558" extrusionOk="0">
                    <a:moveTo>
                      <a:pt x="8059" y="63"/>
                    </a:moveTo>
                    <a:cubicBezTo>
                      <a:pt x="8465" y="63"/>
                      <a:pt x="8871" y="115"/>
                      <a:pt x="9271" y="227"/>
                    </a:cubicBezTo>
                    <a:cubicBezTo>
                      <a:pt x="9993" y="430"/>
                      <a:pt x="10612" y="867"/>
                      <a:pt x="11221" y="1303"/>
                    </a:cubicBezTo>
                    <a:cubicBezTo>
                      <a:pt x="12003" y="1872"/>
                      <a:pt x="12683" y="2562"/>
                      <a:pt x="13232" y="3375"/>
                    </a:cubicBezTo>
                    <a:cubicBezTo>
                      <a:pt x="13709" y="4086"/>
                      <a:pt x="14075" y="4868"/>
                      <a:pt x="14430" y="5640"/>
                    </a:cubicBezTo>
                    <a:cubicBezTo>
                      <a:pt x="15232" y="7396"/>
                      <a:pt x="16136" y="9112"/>
                      <a:pt x="17334" y="10645"/>
                    </a:cubicBezTo>
                    <a:cubicBezTo>
                      <a:pt x="17934" y="11417"/>
                      <a:pt x="18654" y="12118"/>
                      <a:pt x="19518" y="12585"/>
                    </a:cubicBezTo>
                    <a:cubicBezTo>
                      <a:pt x="20380" y="13052"/>
                      <a:pt x="21355" y="13276"/>
                      <a:pt x="22330" y="13357"/>
                    </a:cubicBezTo>
                    <a:cubicBezTo>
                      <a:pt x="22751" y="13391"/>
                      <a:pt x="23173" y="13403"/>
                      <a:pt x="23596" y="13403"/>
                    </a:cubicBezTo>
                    <a:cubicBezTo>
                      <a:pt x="24525" y="13403"/>
                      <a:pt x="25460" y="13346"/>
                      <a:pt x="26392" y="13346"/>
                    </a:cubicBezTo>
                    <a:cubicBezTo>
                      <a:pt x="27167" y="13346"/>
                      <a:pt x="27940" y="13386"/>
                      <a:pt x="28707" y="13529"/>
                    </a:cubicBezTo>
                    <a:cubicBezTo>
                      <a:pt x="32252" y="14200"/>
                      <a:pt x="35044" y="17063"/>
                      <a:pt x="36273" y="20364"/>
                    </a:cubicBezTo>
                    <a:cubicBezTo>
                      <a:pt x="36923" y="22079"/>
                      <a:pt x="37135" y="23918"/>
                      <a:pt x="36912" y="25746"/>
                    </a:cubicBezTo>
                    <a:cubicBezTo>
                      <a:pt x="36668" y="27644"/>
                      <a:pt x="35988" y="29462"/>
                      <a:pt x="35003" y="31097"/>
                    </a:cubicBezTo>
                    <a:cubicBezTo>
                      <a:pt x="32942" y="34529"/>
                      <a:pt x="29621" y="37068"/>
                      <a:pt x="25864" y="38388"/>
                    </a:cubicBezTo>
                    <a:cubicBezTo>
                      <a:pt x="23789" y="39119"/>
                      <a:pt x="21584" y="39491"/>
                      <a:pt x="19379" y="39491"/>
                    </a:cubicBezTo>
                    <a:cubicBezTo>
                      <a:pt x="17387" y="39491"/>
                      <a:pt x="15394" y="39187"/>
                      <a:pt x="13496" y="38571"/>
                    </a:cubicBezTo>
                    <a:cubicBezTo>
                      <a:pt x="9851" y="37383"/>
                      <a:pt x="6611" y="35027"/>
                      <a:pt x="4275" y="31990"/>
                    </a:cubicBezTo>
                    <a:cubicBezTo>
                      <a:pt x="3118" y="30487"/>
                      <a:pt x="2183" y="28822"/>
                      <a:pt x="1524" y="27055"/>
                    </a:cubicBezTo>
                    <a:cubicBezTo>
                      <a:pt x="721" y="24882"/>
                      <a:pt x="315" y="22577"/>
                      <a:pt x="183" y="20262"/>
                    </a:cubicBezTo>
                    <a:cubicBezTo>
                      <a:pt x="41" y="17967"/>
                      <a:pt x="163" y="15672"/>
                      <a:pt x="376" y="13387"/>
                    </a:cubicBezTo>
                    <a:cubicBezTo>
                      <a:pt x="477" y="12240"/>
                      <a:pt x="610" y="11113"/>
                      <a:pt x="752" y="9975"/>
                    </a:cubicBezTo>
                    <a:cubicBezTo>
                      <a:pt x="884" y="8919"/>
                      <a:pt x="1036" y="7863"/>
                      <a:pt x="1290" y="6827"/>
                    </a:cubicBezTo>
                    <a:cubicBezTo>
                      <a:pt x="1768" y="4857"/>
                      <a:pt x="2610" y="2867"/>
                      <a:pt x="4205" y="1557"/>
                    </a:cubicBezTo>
                    <a:cubicBezTo>
                      <a:pt x="5275" y="676"/>
                      <a:pt x="6662" y="63"/>
                      <a:pt x="8059" y="63"/>
                    </a:cubicBezTo>
                    <a:close/>
                    <a:moveTo>
                      <a:pt x="8072" y="0"/>
                    </a:moveTo>
                    <a:cubicBezTo>
                      <a:pt x="7618" y="0"/>
                      <a:pt x="7163" y="62"/>
                      <a:pt x="6723" y="176"/>
                    </a:cubicBezTo>
                    <a:cubicBezTo>
                      <a:pt x="4925" y="644"/>
                      <a:pt x="3433" y="1892"/>
                      <a:pt x="2499" y="3487"/>
                    </a:cubicBezTo>
                    <a:cubicBezTo>
                      <a:pt x="1432" y="5324"/>
                      <a:pt x="1016" y="7447"/>
                      <a:pt x="741" y="9528"/>
                    </a:cubicBezTo>
                    <a:cubicBezTo>
                      <a:pt x="427" y="11834"/>
                      <a:pt x="183" y="14159"/>
                      <a:pt x="92" y="16485"/>
                    </a:cubicBezTo>
                    <a:cubicBezTo>
                      <a:pt x="1" y="18810"/>
                      <a:pt x="71" y="21156"/>
                      <a:pt x="488" y="23451"/>
                    </a:cubicBezTo>
                    <a:cubicBezTo>
                      <a:pt x="863" y="25543"/>
                      <a:pt x="1524" y="27583"/>
                      <a:pt x="2539" y="29452"/>
                    </a:cubicBezTo>
                    <a:cubicBezTo>
                      <a:pt x="3453" y="31137"/>
                      <a:pt x="4621" y="32681"/>
                      <a:pt x="5981" y="34032"/>
                    </a:cubicBezTo>
                    <a:cubicBezTo>
                      <a:pt x="7342" y="35372"/>
                      <a:pt x="8896" y="36510"/>
                      <a:pt x="10582" y="37403"/>
                    </a:cubicBezTo>
                    <a:cubicBezTo>
                      <a:pt x="12369" y="38347"/>
                      <a:pt x="14298" y="38987"/>
                      <a:pt x="16298" y="39312"/>
                    </a:cubicBezTo>
                    <a:cubicBezTo>
                      <a:pt x="17316" y="39476"/>
                      <a:pt x="18346" y="39557"/>
                      <a:pt x="19377" y="39557"/>
                    </a:cubicBezTo>
                    <a:cubicBezTo>
                      <a:pt x="20453" y="39557"/>
                      <a:pt x="21530" y="39468"/>
                      <a:pt x="22594" y="39292"/>
                    </a:cubicBezTo>
                    <a:cubicBezTo>
                      <a:pt x="24676" y="38947"/>
                      <a:pt x="26707" y="38266"/>
                      <a:pt x="28576" y="37261"/>
                    </a:cubicBezTo>
                    <a:cubicBezTo>
                      <a:pt x="30291" y="36337"/>
                      <a:pt x="31855" y="35118"/>
                      <a:pt x="33165" y="33676"/>
                    </a:cubicBezTo>
                    <a:cubicBezTo>
                      <a:pt x="34455" y="32254"/>
                      <a:pt x="35511" y="30620"/>
                      <a:pt x="36201" y="28822"/>
                    </a:cubicBezTo>
                    <a:cubicBezTo>
                      <a:pt x="36871" y="27076"/>
                      <a:pt x="37196" y="25166"/>
                      <a:pt x="37024" y="23298"/>
                    </a:cubicBezTo>
                    <a:cubicBezTo>
                      <a:pt x="36862" y="21511"/>
                      <a:pt x="36252" y="19764"/>
                      <a:pt x="35308" y="18241"/>
                    </a:cubicBezTo>
                    <a:cubicBezTo>
                      <a:pt x="34384" y="16749"/>
                      <a:pt x="33125" y="15449"/>
                      <a:pt x="31611" y="14555"/>
                    </a:cubicBezTo>
                    <a:cubicBezTo>
                      <a:pt x="30850" y="14118"/>
                      <a:pt x="30038" y="13773"/>
                      <a:pt x="29185" y="13560"/>
                    </a:cubicBezTo>
                    <a:cubicBezTo>
                      <a:pt x="28283" y="13344"/>
                      <a:pt x="27356" y="13284"/>
                      <a:pt x="26434" y="13284"/>
                    </a:cubicBezTo>
                    <a:cubicBezTo>
                      <a:pt x="26359" y="13284"/>
                      <a:pt x="26284" y="13285"/>
                      <a:pt x="26209" y="13286"/>
                    </a:cubicBezTo>
                    <a:cubicBezTo>
                      <a:pt x="25356" y="13290"/>
                      <a:pt x="24474" y="13342"/>
                      <a:pt x="23596" y="13342"/>
                    </a:cubicBezTo>
                    <a:cubicBezTo>
                      <a:pt x="22268" y="13342"/>
                      <a:pt x="20949" y="13222"/>
                      <a:pt x="19751" y="12636"/>
                    </a:cubicBezTo>
                    <a:cubicBezTo>
                      <a:pt x="18817" y="12179"/>
                      <a:pt x="18055" y="11448"/>
                      <a:pt x="17415" y="10645"/>
                    </a:cubicBezTo>
                    <a:cubicBezTo>
                      <a:pt x="16756" y="9813"/>
                      <a:pt x="16187" y="8909"/>
                      <a:pt x="15669" y="7995"/>
                    </a:cubicBezTo>
                    <a:cubicBezTo>
                      <a:pt x="14765" y="6411"/>
                      <a:pt x="14206" y="4634"/>
                      <a:pt x="13150" y="3151"/>
                    </a:cubicBezTo>
                    <a:cubicBezTo>
                      <a:pt x="12633" y="2410"/>
                      <a:pt x="11983" y="1781"/>
                      <a:pt x="11252" y="1242"/>
                    </a:cubicBezTo>
                    <a:cubicBezTo>
                      <a:pt x="10622" y="795"/>
                      <a:pt x="9993" y="349"/>
                      <a:pt x="9241" y="146"/>
                    </a:cubicBezTo>
                    <a:cubicBezTo>
                      <a:pt x="8859" y="47"/>
                      <a:pt x="8466" y="0"/>
                      <a:pt x="80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rot="602346">
                <a:off x="-1813998" y="642690"/>
                <a:ext cx="6301923" cy="4272111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 rot="-565460" flipH="1">
                <a:off x="3928777" y="960008"/>
                <a:ext cx="5920740" cy="4013705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 rot="602346">
                <a:off x="-1748673" y="566490"/>
                <a:ext cx="6301923" cy="4272111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 rot="-3790987">
                <a:off x="2549219" y="722852"/>
                <a:ext cx="3661649" cy="3894065"/>
              </a:xfrm>
              <a:custGeom>
                <a:avLst/>
                <a:gdLst/>
                <a:ahLst/>
                <a:cxnLst/>
                <a:rect l="l" t="t" r="r" b="b"/>
                <a:pathLst>
                  <a:path w="37197" h="39558" extrusionOk="0">
                    <a:moveTo>
                      <a:pt x="8059" y="63"/>
                    </a:moveTo>
                    <a:cubicBezTo>
                      <a:pt x="8465" y="63"/>
                      <a:pt x="8871" y="115"/>
                      <a:pt x="9271" y="227"/>
                    </a:cubicBezTo>
                    <a:cubicBezTo>
                      <a:pt x="9993" y="430"/>
                      <a:pt x="10612" y="867"/>
                      <a:pt x="11221" y="1303"/>
                    </a:cubicBezTo>
                    <a:cubicBezTo>
                      <a:pt x="12003" y="1872"/>
                      <a:pt x="12683" y="2562"/>
                      <a:pt x="13232" y="3375"/>
                    </a:cubicBezTo>
                    <a:cubicBezTo>
                      <a:pt x="13709" y="4086"/>
                      <a:pt x="14075" y="4868"/>
                      <a:pt x="14430" y="5640"/>
                    </a:cubicBezTo>
                    <a:cubicBezTo>
                      <a:pt x="15232" y="7396"/>
                      <a:pt x="16136" y="9112"/>
                      <a:pt x="17334" y="10645"/>
                    </a:cubicBezTo>
                    <a:cubicBezTo>
                      <a:pt x="17934" y="11417"/>
                      <a:pt x="18654" y="12118"/>
                      <a:pt x="19518" y="12585"/>
                    </a:cubicBezTo>
                    <a:cubicBezTo>
                      <a:pt x="20380" y="13052"/>
                      <a:pt x="21355" y="13276"/>
                      <a:pt x="22330" y="13357"/>
                    </a:cubicBezTo>
                    <a:cubicBezTo>
                      <a:pt x="22751" y="13391"/>
                      <a:pt x="23173" y="13403"/>
                      <a:pt x="23596" y="13403"/>
                    </a:cubicBezTo>
                    <a:cubicBezTo>
                      <a:pt x="24525" y="13403"/>
                      <a:pt x="25460" y="13346"/>
                      <a:pt x="26392" y="13346"/>
                    </a:cubicBezTo>
                    <a:cubicBezTo>
                      <a:pt x="27167" y="13346"/>
                      <a:pt x="27940" y="13386"/>
                      <a:pt x="28707" y="13529"/>
                    </a:cubicBezTo>
                    <a:cubicBezTo>
                      <a:pt x="32252" y="14200"/>
                      <a:pt x="35044" y="17063"/>
                      <a:pt x="36273" y="20364"/>
                    </a:cubicBezTo>
                    <a:cubicBezTo>
                      <a:pt x="36923" y="22079"/>
                      <a:pt x="37135" y="23918"/>
                      <a:pt x="36912" y="25746"/>
                    </a:cubicBezTo>
                    <a:cubicBezTo>
                      <a:pt x="36668" y="27644"/>
                      <a:pt x="35988" y="29462"/>
                      <a:pt x="35003" y="31097"/>
                    </a:cubicBezTo>
                    <a:cubicBezTo>
                      <a:pt x="32942" y="34529"/>
                      <a:pt x="29621" y="37068"/>
                      <a:pt x="25864" y="38388"/>
                    </a:cubicBezTo>
                    <a:cubicBezTo>
                      <a:pt x="23789" y="39119"/>
                      <a:pt x="21584" y="39491"/>
                      <a:pt x="19379" y="39491"/>
                    </a:cubicBezTo>
                    <a:cubicBezTo>
                      <a:pt x="17387" y="39491"/>
                      <a:pt x="15394" y="39187"/>
                      <a:pt x="13496" y="38571"/>
                    </a:cubicBezTo>
                    <a:cubicBezTo>
                      <a:pt x="9851" y="37383"/>
                      <a:pt x="6611" y="35027"/>
                      <a:pt x="4275" y="31990"/>
                    </a:cubicBezTo>
                    <a:cubicBezTo>
                      <a:pt x="3118" y="30487"/>
                      <a:pt x="2183" y="28822"/>
                      <a:pt x="1524" y="27055"/>
                    </a:cubicBezTo>
                    <a:cubicBezTo>
                      <a:pt x="721" y="24882"/>
                      <a:pt x="315" y="22577"/>
                      <a:pt x="183" y="20262"/>
                    </a:cubicBezTo>
                    <a:cubicBezTo>
                      <a:pt x="41" y="17967"/>
                      <a:pt x="163" y="15672"/>
                      <a:pt x="376" y="13387"/>
                    </a:cubicBezTo>
                    <a:cubicBezTo>
                      <a:pt x="477" y="12240"/>
                      <a:pt x="610" y="11113"/>
                      <a:pt x="752" y="9975"/>
                    </a:cubicBezTo>
                    <a:cubicBezTo>
                      <a:pt x="884" y="8919"/>
                      <a:pt x="1036" y="7863"/>
                      <a:pt x="1290" y="6827"/>
                    </a:cubicBezTo>
                    <a:cubicBezTo>
                      <a:pt x="1768" y="4857"/>
                      <a:pt x="2610" y="2867"/>
                      <a:pt x="4205" y="1557"/>
                    </a:cubicBezTo>
                    <a:cubicBezTo>
                      <a:pt x="5275" y="676"/>
                      <a:pt x="6662" y="63"/>
                      <a:pt x="8059" y="63"/>
                    </a:cubicBezTo>
                    <a:close/>
                    <a:moveTo>
                      <a:pt x="8072" y="0"/>
                    </a:moveTo>
                    <a:cubicBezTo>
                      <a:pt x="7618" y="0"/>
                      <a:pt x="7163" y="62"/>
                      <a:pt x="6723" y="176"/>
                    </a:cubicBezTo>
                    <a:cubicBezTo>
                      <a:pt x="4925" y="644"/>
                      <a:pt x="3433" y="1892"/>
                      <a:pt x="2499" y="3487"/>
                    </a:cubicBezTo>
                    <a:cubicBezTo>
                      <a:pt x="1432" y="5324"/>
                      <a:pt x="1016" y="7447"/>
                      <a:pt x="741" y="9528"/>
                    </a:cubicBezTo>
                    <a:cubicBezTo>
                      <a:pt x="427" y="11834"/>
                      <a:pt x="183" y="14159"/>
                      <a:pt x="92" y="16485"/>
                    </a:cubicBezTo>
                    <a:cubicBezTo>
                      <a:pt x="1" y="18810"/>
                      <a:pt x="71" y="21156"/>
                      <a:pt x="488" y="23451"/>
                    </a:cubicBezTo>
                    <a:cubicBezTo>
                      <a:pt x="863" y="25543"/>
                      <a:pt x="1524" y="27583"/>
                      <a:pt x="2539" y="29452"/>
                    </a:cubicBezTo>
                    <a:cubicBezTo>
                      <a:pt x="3453" y="31137"/>
                      <a:pt x="4621" y="32681"/>
                      <a:pt x="5981" y="34032"/>
                    </a:cubicBezTo>
                    <a:cubicBezTo>
                      <a:pt x="7342" y="35372"/>
                      <a:pt x="8896" y="36510"/>
                      <a:pt x="10582" y="37403"/>
                    </a:cubicBezTo>
                    <a:cubicBezTo>
                      <a:pt x="12369" y="38347"/>
                      <a:pt x="14298" y="38987"/>
                      <a:pt x="16298" y="39312"/>
                    </a:cubicBezTo>
                    <a:cubicBezTo>
                      <a:pt x="17316" y="39476"/>
                      <a:pt x="18346" y="39557"/>
                      <a:pt x="19377" y="39557"/>
                    </a:cubicBezTo>
                    <a:cubicBezTo>
                      <a:pt x="20453" y="39557"/>
                      <a:pt x="21530" y="39468"/>
                      <a:pt x="22594" y="39292"/>
                    </a:cubicBezTo>
                    <a:cubicBezTo>
                      <a:pt x="24676" y="38947"/>
                      <a:pt x="26707" y="38266"/>
                      <a:pt x="28576" y="37261"/>
                    </a:cubicBezTo>
                    <a:cubicBezTo>
                      <a:pt x="30291" y="36337"/>
                      <a:pt x="31855" y="35118"/>
                      <a:pt x="33165" y="33676"/>
                    </a:cubicBezTo>
                    <a:cubicBezTo>
                      <a:pt x="34455" y="32254"/>
                      <a:pt x="35511" y="30620"/>
                      <a:pt x="36201" y="28822"/>
                    </a:cubicBezTo>
                    <a:cubicBezTo>
                      <a:pt x="36871" y="27076"/>
                      <a:pt x="37196" y="25166"/>
                      <a:pt x="37024" y="23298"/>
                    </a:cubicBezTo>
                    <a:cubicBezTo>
                      <a:pt x="36862" y="21511"/>
                      <a:pt x="36252" y="19764"/>
                      <a:pt x="35308" y="18241"/>
                    </a:cubicBezTo>
                    <a:cubicBezTo>
                      <a:pt x="34384" y="16749"/>
                      <a:pt x="33125" y="15449"/>
                      <a:pt x="31611" y="14555"/>
                    </a:cubicBezTo>
                    <a:cubicBezTo>
                      <a:pt x="30850" y="14118"/>
                      <a:pt x="30038" y="13773"/>
                      <a:pt x="29185" y="13560"/>
                    </a:cubicBezTo>
                    <a:cubicBezTo>
                      <a:pt x="28283" y="13344"/>
                      <a:pt x="27356" y="13284"/>
                      <a:pt x="26434" y="13284"/>
                    </a:cubicBezTo>
                    <a:cubicBezTo>
                      <a:pt x="26359" y="13284"/>
                      <a:pt x="26284" y="13285"/>
                      <a:pt x="26209" y="13286"/>
                    </a:cubicBezTo>
                    <a:cubicBezTo>
                      <a:pt x="25356" y="13290"/>
                      <a:pt x="24474" y="13342"/>
                      <a:pt x="23596" y="13342"/>
                    </a:cubicBezTo>
                    <a:cubicBezTo>
                      <a:pt x="22268" y="13342"/>
                      <a:pt x="20949" y="13222"/>
                      <a:pt x="19751" y="12636"/>
                    </a:cubicBezTo>
                    <a:cubicBezTo>
                      <a:pt x="18817" y="12179"/>
                      <a:pt x="18055" y="11448"/>
                      <a:pt x="17415" y="10645"/>
                    </a:cubicBezTo>
                    <a:cubicBezTo>
                      <a:pt x="16756" y="9813"/>
                      <a:pt x="16187" y="8909"/>
                      <a:pt x="15669" y="7995"/>
                    </a:cubicBezTo>
                    <a:cubicBezTo>
                      <a:pt x="14765" y="6411"/>
                      <a:pt x="14206" y="4634"/>
                      <a:pt x="13150" y="3151"/>
                    </a:cubicBezTo>
                    <a:cubicBezTo>
                      <a:pt x="12633" y="2410"/>
                      <a:pt x="11983" y="1781"/>
                      <a:pt x="11252" y="1242"/>
                    </a:cubicBezTo>
                    <a:cubicBezTo>
                      <a:pt x="10622" y="795"/>
                      <a:pt x="9993" y="349"/>
                      <a:pt x="9241" y="146"/>
                    </a:cubicBezTo>
                    <a:cubicBezTo>
                      <a:pt x="8859" y="47"/>
                      <a:pt x="8466" y="0"/>
                      <a:pt x="80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 rot="-565460" flipH="1">
                <a:off x="4004977" y="960008"/>
                <a:ext cx="5920740" cy="4013705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 rot="-2190436">
                <a:off x="6767466" y="2203417"/>
                <a:ext cx="3389217" cy="2184986"/>
              </a:xfrm>
              <a:custGeom>
                <a:avLst/>
                <a:gdLst/>
                <a:ahLst/>
                <a:cxnLst/>
                <a:rect l="l" t="t" r="r" b="b"/>
                <a:pathLst>
                  <a:path w="68641" h="44252" extrusionOk="0">
                    <a:moveTo>
                      <a:pt x="67677" y="0"/>
                    </a:moveTo>
                    <a:cubicBezTo>
                      <a:pt x="65155" y="0"/>
                      <a:pt x="62741" y="1012"/>
                      <a:pt x="60731" y="2524"/>
                    </a:cubicBezTo>
                    <a:cubicBezTo>
                      <a:pt x="58294" y="4352"/>
                      <a:pt x="56516" y="6829"/>
                      <a:pt x="55074" y="9480"/>
                    </a:cubicBezTo>
                    <a:cubicBezTo>
                      <a:pt x="52160" y="14852"/>
                      <a:pt x="50383" y="21107"/>
                      <a:pt x="45621" y="25240"/>
                    </a:cubicBezTo>
                    <a:cubicBezTo>
                      <a:pt x="44504" y="26215"/>
                      <a:pt x="43245" y="27027"/>
                      <a:pt x="41864" y="27576"/>
                    </a:cubicBezTo>
                    <a:cubicBezTo>
                      <a:pt x="40310" y="28185"/>
                      <a:pt x="38644" y="28459"/>
                      <a:pt x="36979" y="28499"/>
                    </a:cubicBezTo>
                    <a:cubicBezTo>
                      <a:pt x="36764" y="28506"/>
                      <a:pt x="36550" y="28509"/>
                      <a:pt x="36335" y="28509"/>
                    </a:cubicBezTo>
                    <a:cubicBezTo>
                      <a:pt x="33195" y="28509"/>
                      <a:pt x="30095" y="27846"/>
                      <a:pt x="26977" y="27504"/>
                    </a:cubicBezTo>
                    <a:cubicBezTo>
                      <a:pt x="25877" y="27383"/>
                      <a:pt x="24780" y="27316"/>
                      <a:pt x="23686" y="27316"/>
                    </a:cubicBezTo>
                    <a:cubicBezTo>
                      <a:pt x="21954" y="27316"/>
                      <a:pt x="20230" y="27484"/>
                      <a:pt x="18518" y="27870"/>
                    </a:cubicBezTo>
                    <a:cubicBezTo>
                      <a:pt x="15918" y="28459"/>
                      <a:pt x="13420" y="29464"/>
                      <a:pt x="11125" y="30815"/>
                    </a:cubicBezTo>
                    <a:cubicBezTo>
                      <a:pt x="6576" y="33506"/>
                      <a:pt x="2799" y="37578"/>
                      <a:pt x="687" y="42442"/>
                    </a:cubicBezTo>
                    <a:cubicBezTo>
                      <a:pt x="433" y="43020"/>
                      <a:pt x="210" y="43609"/>
                      <a:pt x="7" y="44209"/>
                    </a:cubicBezTo>
                    <a:cubicBezTo>
                      <a:pt x="0" y="44234"/>
                      <a:pt x="21" y="44251"/>
                      <a:pt x="40" y="44251"/>
                    </a:cubicBezTo>
                    <a:cubicBezTo>
                      <a:pt x="52" y="44251"/>
                      <a:pt x="64" y="44245"/>
                      <a:pt x="68" y="44229"/>
                    </a:cubicBezTo>
                    <a:cubicBezTo>
                      <a:pt x="1824" y="39080"/>
                      <a:pt x="5398" y="34673"/>
                      <a:pt x="9897" y="31668"/>
                    </a:cubicBezTo>
                    <a:cubicBezTo>
                      <a:pt x="14007" y="28925"/>
                      <a:pt x="18839" y="27367"/>
                      <a:pt x="23767" y="27367"/>
                    </a:cubicBezTo>
                    <a:cubicBezTo>
                      <a:pt x="24257" y="27367"/>
                      <a:pt x="24749" y="27382"/>
                      <a:pt x="25240" y="27413"/>
                    </a:cubicBezTo>
                    <a:cubicBezTo>
                      <a:pt x="28866" y="27644"/>
                      <a:pt x="32681" y="28556"/>
                      <a:pt x="36366" y="28556"/>
                    </a:cubicBezTo>
                    <a:cubicBezTo>
                      <a:pt x="38998" y="28556"/>
                      <a:pt x="41563" y="28091"/>
                      <a:pt x="43945" y="26581"/>
                    </a:cubicBezTo>
                    <a:cubicBezTo>
                      <a:pt x="49053" y="23351"/>
                      <a:pt x="51308" y="17411"/>
                      <a:pt x="53785" y="12202"/>
                    </a:cubicBezTo>
                    <a:cubicBezTo>
                      <a:pt x="55126" y="9368"/>
                      <a:pt x="56638" y="6535"/>
                      <a:pt x="58852" y="4271"/>
                    </a:cubicBezTo>
                    <a:cubicBezTo>
                      <a:pt x="60893" y="2179"/>
                      <a:pt x="63543" y="493"/>
                      <a:pt x="66488" y="138"/>
                    </a:cubicBezTo>
                    <a:cubicBezTo>
                      <a:pt x="66861" y="89"/>
                      <a:pt x="67236" y="66"/>
                      <a:pt x="67611" y="66"/>
                    </a:cubicBezTo>
                    <a:cubicBezTo>
                      <a:pt x="67941" y="66"/>
                      <a:pt x="68272" y="84"/>
                      <a:pt x="68600" y="118"/>
                    </a:cubicBezTo>
                    <a:cubicBezTo>
                      <a:pt x="68641" y="118"/>
                      <a:pt x="68641" y="57"/>
                      <a:pt x="68600" y="46"/>
                    </a:cubicBezTo>
                    <a:cubicBezTo>
                      <a:pt x="68291" y="15"/>
                      <a:pt x="67983" y="0"/>
                      <a:pt x="67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 rot="9272496">
                <a:off x="784504" y="-1103050"/>
                <a:ext cx="4382991" cy="2835046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55463" extrusionOk="0">
                    <a:moveTo>
                      <a:pt x="48227" y="0"/>
                    </a:moveTo>
                    <a:cubicBezTo>
                      <a:pt x="47882" y="0"/>
                      <a:pt x="47535" y="9"/>
                      <a:pt x="47188" y="28"/>
                    </a:cubicBezTo>
                    <a:cubicBezTo>
                      <a:pt x="42599" y="282"/>
                      <a:pt x="38151" y="2018"/>
                      <a:pt x="34455" y="4719"/>
                    </a:cubicBezTo>
                    <a:cubicBezTo>
                      <a:pt x="30372" y="7705"/>
                      <a:pt x="27509" y="11899"/>
                      <a:pt x="24311" y="15737"/>
                    </a:cubicBezTo>
                    <a:cubicBezTo>
                      <a:pt x="21142" y="19545"/>
                      <a:pt x="17345" y="23231"/>
                      <a:pt x="12338" y="24338"/>
                    </a:cubicBezTo>
                    <a:cubicBezTo>
                      <a:pt x="11445" y="24532"/>
                      <a:pt x="10521" y="24639"/>
                      <a:pt x="9599" y="24639"/>
                    </a:cubicBezTo>
                    <a:cubicBezTo>
                      <a:pt x="8059" y="24639"/>
                      <a:pt x="6524" y="24340"/>
                      <a:pt x="5139" y="23647"/>
                    </a:cubicBezTo>
                    <a:cubicBezTo>
                      <a:pt x="3209" y="22693"/>
                      <a:pt x="1585" y="21027"/>
                      <a:pt x="793" y="19017"/>
                    </a:cubicBezTo>
                    <a:cubicBezTo>
                      <a:pt x="407" y="18052"/>
                      <a:pt x="244" y="17026"/>
                      <a:pt x="305" y="16001"/>
                    </a:cubicBezTo>
                    <a:cubicBezTo>
                      <a:pt x="305" y="15976"/>
                      <a:pt x="287" y="15963"/>
                      <a:pt x="269" y="15963"/>
                    </a:cubicBezTo>
                    <a:cubicBezTo>
                      <a:pt x="252" y="15963"/>
                      <a:pt x="234" y="15976"/>
                      <a:pt x="234" y="16001"/>
                    </a:cubicBezTo>
                    <a:cubicBezTo>
                      <a:pt x="1" y="20032"/>
                      <a:pt x="3291" y="23516"/>
                      <a:pt x="7078" y="24419"/>
                    </a:cubicBezTo>
                    <a:cubicBezTo>
                      <a:pt x="7930" y="24622"/>
                      <a:pt x="8785" y="24716"/>
                      <a:pt x="9633" y="24716"/>
                    </a:cubicBezTo>
                    <a:cubicBezTo>
                      <a:pt x="13412" y="24716"/>
                      <a:pt x="17069" y="22848"/>
                      <a:pt x="19913" y="20418"/>
                    </a:cubicBezTo>
                    <a:cubicBezTo>
                      <a:pt x="23762" y="17128"/>
                      <a:pt x="26514" y="12813"/>
                      <a:pt x="29875" y="9056"/>
                    </a:cubicBezTo>
                    <a:cubicBezTo>
                      <a:pt x="33125" y="5410"/>
                      <a:pt x="37095" y="2546"/>
                      <a:pt x="41786" y="1084"/>
                    </a:cubicBezTo>
                    <a:cubicBezTo>
                      <a:pt x="43888" y="429"/>
                      <a:pt x="46088" y="78"/>
                      <a:pt x="48282" y="78"/>
                    </a:cubicBezTo>
                    <a:cubicBezTo>
                      <a:pt x="50613" y="78"/>
                      <a:pt x="52937" y="475"/>
                      <a:pt x="55129" y="1327"/>
                    </a:cubicBezTo>
                    <a:cubicBezTo>
                      <a:pt x="59049" y="2851"/>
                      <a:pt x="62492" y="5704"/>
                      <a:pt x="64523" y="9401"/>
                    </a:cubicBezTo>
                    <a:cubicBezTo>
                      <a:pt x="65670" y="11513"/>
                      <a:pt x="66259" y="13818"/>
                      <a:pt x="66421" y="16204"/>
                    </a:cubicBezTo>
                    <a:cubicBezTo>
                      <a:pt x="66614" y="18926"/>
                      <a:pt x="66330" y="21657"/>
                      <a:pt x="66218" y="24378"/>
                    </a:cubicBezTo>
                    <a:cubicBezTo>
                      <a:pt x="66046" y="28420"/>
                      <a:pt x="66391" y="32807"/>
                      <a:pt x="68930" y="36148"/>
                    </a:cubicBezTo>
                    <a:cubicBezTo>
                      <a:pt x="70067" y="37640"/>
                      <a:pt x="71600" y="38727"/>
                      <a:pt x="73428" y="39215"/>
                    </a:cubicBezTo>
                    <a:cubicBezTo>
                      <a:pt x="74657" y="39549"/>
                      <a:pt x="75936" y="39651"/>
                      <a:pt x="77196" y="39895"/>
                    </a:cubicBezTo>
                    <a:cubicBezTo>
                      <a:pt x="78343" y="40118"/>
                      <a:pt x="79439" y="40494"/>
                      <a:pt x="80434" y="41113"/>
                    </a:cubicBezTo>
                    <a:cubicBezTo>
                      <a:pt x="82303" y="42261"/>
                      <a:pt x="83745" y="44099"/>
                      <a:pt x="84395" y="46190"/>
                    </a:cubicBezTo>
                    <a:cubicBezTo>
                      <a:pt x="85055" y="48354"/>
                      <a:pt x="84811" y="50750"/>
                      <a:pt x="83826" y="52771"/>
                    </a:cubicBezTo>
                    <a:cubicBezTo>
                      <a:pt x="83339" y="53766"/>
                      <a:pt x="82679" y="54659"/>
                      <a:pt x="81867" y="55411"/>
                    </a:cubicBezTo>
                    <a:cubicBezTo>
                      <a:pt x="81844" y="55434"/>
                      <a:pt x="81866" y="55462"/>
                      <a:pt x="81892" y="55462"/>
                    </a:cubicBezTo>
                    <a:cubicBezTo>
                      <a:pt x="81901" y="55462"/>
                      <a:pt x="81909" y="55459"/>
                      <a:pt x="81917" y="55451"/>
                    </a:cubicBezTo>
                    <a:cubicBezTo>
                      <a:pt x="84974" y="52598"/>
                      <a:pt x="85746" y="47826"/>
                      <a:pt x="83582" y="44220"/>
                    </a:cubicBezTo>
                    <a:cubicBezTo>
                      <a:pt x="82567" y="42514"/>
                      <a:pt x="80993" y="41133"/>
                      <a:pt x="79155" y="40382"/>
                    </a:cubicBezTo>
                    <a:cubicBezTo>
                      <a:pt x="76840" y="39448"/>
                      <a:pt x="74220" y="39702"/>
                      <a:pt x="71956" y="38605"/>
                    </a:cubicBezTo>
                    <a:cubicBezTo>
                      <a:pt x="68229" y="36787"/>
                      <a:pt x="66685" y="32380"/>
                      <a:pt x="66330" y="28512"/>
                    </a:cubicBezTo>
                    <a:cubicBezTo>
                      <a:pt x="65843" y="23313"/>
                      <a:pt x="67305" y="18032"/>
                      <a:pt x="65974" y="12894"/>
                    </a:cubicBezTo>
                    <a:cubicBezTo>
                      <a:pt x="64979" y="9004"/>
                      <a:pt x="62400" y="5653"/>
                      <a:pt x="59120" y="3379"/>
                    </a:cubicBezTo>
                    <a:cubicBezTo>
                      <a:pt x="55922" y="1150"/>
                      <a:pt x="52115" y="0"/>
                      <a:pt x="482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1475850" y="1432063"/>
            <a:ext cx="6192300" cy="217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1475850" y="3640838"/>
            <a:ext cx="6192300" cy="52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subTitle" idx="2"/>
          </p:nvPr>
        </p:nvSpPr>
        <p:spPr>
          <a:xfrm>
            <a:off x="728400" y="631900"/>
            <a:ext cx="41622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subTitle" idx="3"/>
          </p:nvPr>
        </p:nvSpPr>
        <p:spPr>
          <a:xfrm rot="5400000">
            <a:off x="7122750" y="3302200"/>
            <a:ext cx="22707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cxnSp>
        <p:nvCxnSpPr>
          <p:cNvPr id="27" name="Google Shape;27;p2"/>
          <p:cNvCxnSpPr/>
          <p:nvPr/>
        </p:nvCxnSpPr>
        <p:spPr>
          <a:xfrm rot="10800000">
            <a:off x="-10800" y="797792"/>
            <a:ext cx="739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2"/>
          <p:cNvCxnSpPr/>
          <p:nvPr/>
        </p:nvCxnSpPr>
        <p:spPr>
          <a:xfrm>
            <a:off x="716800" y="4855175"/>
            <a:ext cx="7695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TITLE_1_1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25"/>
          <p:cNvGrpSpPr/>
          <p:nvPr/>
        </p:nvGrpSpPr>
        <p:grpSpPr>
          <a:xfrm>
            <a:off x="-2138111" y="-1907432"/>
            <a:ext cx="12612232" cy="7338805"/>
            <a:chOff x="-2138111" y="-1907432"/>
            <a:chExt cx="12612232" cy="7338805"/>
          </a:xfrm>
        </p:grpSpPr>
        <p:sp>
          <p:nvSpPr>
            <p:cNvPr id="504" name="Google Shape;504;p25"/>
            <p:cNvSpPr/>
            <p:nvPr/>
          </p:nvSpPr>
          <p:spPr>
            <a:xfrm rot="-10210910">
              <a:off x="5334753" y="-288655"/>
              <a:ext cx="3261178" cy="1154360"/>
            </a:xfrm>
            <a:custGeom>
              <a:avLst/>
              <a:gdLst/>
              <a:ahLst/>
              <a:cxnLst/>
              <a:rect l="l" t="t" r="r" b="b"/>
              <a:pathLst>
                <a:path w="71732" h="25391" extrusionOk="0">
                  <a:moveTo>
                    <a:pt x="56488" y="1"/>
                  </a:moveTo>
                  <a:cubicBezTo>
                    <a:pt x="55279" y="1"/>
                    <a:pt x="54071" y="138"/>
                    <a:pt x="52895" y="412"/>
                  </a:cubicBezTo>
                  <a:cubicBezTo>
                    <a:pt x="49787" y="1143"/>
                    <a:pt x="47158" y="2890"/>
                    <a:pt x="44873" y="5073"/>
                  </a:cubicBezTo>
                  <a:cubicBezTo>
                    <a:pt x="40293" y="9420"/>
                    <a:pt x="36272" y="15847"/>
                    <a:pt x="29367" y="16416"/>
                  </a:cubicBezTo>
                  <a:cubicBezTo>
                    <a:pt x="29019" y="16444"/>
                    <a:pt x="28673" y="16457"/>
                    <a:pt x="28327" y="16457"/>
                  </a:cubicBezTo>
                  <a:cubicBezTo>
                    <a:pt x="25059" y="16457"/>
                    <a:pt x="21885" y="15265"/>
                    <a:pt x="18836" y="14182"/>
                  </a:cubicBezTo>
                  <a:cubicBezTo>
                    <a:pt x="15978" y="13173"/>
                    <a:pt x="13052" y="12242"/>
                    <a:pt x="9988" y="12242"/>
                  </a:cubicBezTo>
                  <a:cubicBezTo>
                    <a:pt x="9939" y="12242"/>
                    <a:pt x="9889" y="12242"/>
                    <a:pt x="9839" y="12243"/>
                  </a:cubicBezTo>
                  <a:cubicBezTo>
                    <a:pt x="7037" y="12283"/>
                    <a:pt x="4275" y="13238"/>
                    <a:pt x="2478" y="15472"/>
                  </a:cubicBezTo>
                  <a:cubicBezTo>
                    <a:pt x="741" y="17645"/>
                    <a:pt x="152" y="20498"/>
                    <a:pt x="50" y="23219"/>
                  </a:cubicBezTo>
                  <a:cubicBezTo>
                    <a:pt x="30" y="23930"/>
                    <a:pt x="41" y="24641"/>
                    <a:pt x="71" y="25352"/>
                  </a:cubicBezTo>
                  <a:cubicBezTo>
                    <a:pt x="76" y="25377"/>
                    <a:pt x="94" y="25390"/>
                    <a:pt x="110" y="25390"/>
                  </a:cubicBezTo>
                  <a:cubicBezTo>
                    <a:pt x="127" y="25390"/>
                    <a:pt x="142" y="25377"/>
                    <a:pt x="142" y="25352"/>
                  </a:cubicBezTo>
                  <a:cubicBezTo>
                    <a:pt x="0" y="22529"/>
                    <a:pt x="244" y="19523"/>
                    <a:pt x="1584" y="16975"/>
                  </a:cubicBezTo>
                  <a:cubicBezTo>
                    <a:pt x="2264" y="15685"/>
                    <a:pt x="3229" y="14568"/>
                    <a:pt x="4458" y="13775"/>
                  </a:cubicBezTo>
                  <a:cubicBezTo>
                    <a:pt x="5676" y="12994"/>
                    <a:pt x="7068" y="12557"/>
                    <a:pt x="8489" y="12394"/>
                  </a:cubicBezTo>
                  <a:cubicBezTo>
                    <a:pt x="9022" y="12333"/>
                    <a:pt x="9548" y="12305"/>
                    <a:pt x="10070" y="12305"/>
                  </a:cubicBezTo>
                  <a:cubicBezTo>
                    <a:pt x="16002" y="12305"/>
                    <a:pt x="21274" y="15981"/>
                    <a:pt x="27163" y="16467"/>
                  </a:cubicBezTo>
                  <a:cubicBezTo>
                    <a:pt x="27555" y="16501"/>
                    <a:pt x="27948" y="16519"/>
                    <a:pt x="28340" y="16519"/>
                  </a:cubicBezTo>
                  <a:cubicBezTo>
                    <a:pt x="29566" y="16519"/>
                    <a:pt x="30787" y="16346"/>
                    <a:pt x="31956" y="15969"/>
                  </a:cubicBezTo>
                  <a:cubicBezTo>
                    <a:pt x="33368" y="15512"/>
                    <a:pt x="34677" y="14801"/>
                    <a:pt x="35886" y="13949"/>
                  </a:cubicBezTo>
                  <a:cubicBezTo>
                    <a:pt x="38414" y="12151"/>
                    <a:pt x="40456" y="9815"/>
                    <a:pt x="42548" y="7551"/>
                  </a:cubicBezTo>
                  <a:cubicBezTo>
                    <a:pt x="44710" y="5216"/>
                    <a:pt x="47025" y="2890"/>
                    <a:pt x="49950" y="1509"/>
                  </a:cubicBezTo>
                  <a:cubicBezTo>
                    <a:pt x="51984" y="549"/>
                    <a:pt x="54235" y="70"/>
                    <a:pt x="56482" y="70"/>
                  </a:cubicBezTo>
                  <a:cubicBezTo>
                    <a:pt x="57421" y="70"/>
                    <a:pt x="58360" y="153"/>
                    <a:pt x="59282" y="321"/>
                  </a:cubicBezTo>
                  <a:cubicBezTo>
                    <a:pt x="65182" y="1387"/>
                    <a:pt x="69945" y="6038"/>
                    <a:pt x="71315" y="11857"/>
                  </a:cubicBezTo>
                  <a:cubicBezTo>
                    <a:pt x="71488" y="12567"/>
                    <a:pt x="71599" y="13288"/>
                    <a:pt x="71660" y="14009"/>
                  </a:cubicBezTo>
                  <a:cubicBezTo>
                    <a:pt x="71666" y="14035"/>
                    <a:pt x="71684" y="14047"/>
                    <a:pt x="71700" y="14047"/>
                  </a:cubicBezTo>
                  <a:cubicBezTo>
                    <a:pt x="71717" y="14047"/>
                    <a:pt x="71732" y="14035"/>
                    <a:pt x="71732" y="14009"/>
                  </a:cubicBezTo>
                  <a:cubicBezTo>
                    <a:pt x="71244" y="8292"/>
                    <a:pt x="67386" y="3042"/>
                    <a:pt x="62004" y="1001"/>
                  </a:cubicBezTo>
                  <a:cubicBezTo>
                    <a:pt x="60248" y="333"/>
                    <a:pt x="58368" y="1"/>
                    <a:pt x="5648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5"/>
            <p:cNvSpPr/>
            <p:nvPr/>
          </p:nvSpPr>
          <p:spPr>
            <a:xfrm rot="-10210910">
              <a:off x="5416403" y="-315880"/>
              <a:ext cx="3261178" cy="1154360"/>
            </a:xfrm>
            <a:custGeom>
              <a:avLst/>
              <a:gdLst/>
              <a:ahLst/>
              <a:cxnLst/>
              <a:rect l="l" t="t" r="r" b="b"/>
              <a:pathLst>
                <a:path w="71732" h="25391" extrusionOk="0">
                  <a:moveTo>
                    <a:pt x="56488" y="1"/>
                  </a:moveTo>
                  <a:cubicBezTo>
                    <a:pt x="55279" y="1"/>
                    <a:pt x="54071" y="138"/>
                    <a:pt x="52895" y="412"/>
                  </a:cubicBezTo>
                  <a:cubicBezTo>
                    <a:pt x="49787" y="1143"/>
                    <a:pt x="47158" y="2890"/>
                    <a:pt x="44873" y="5073"/>
                  </a:cubicBezTo>
                  <a:cubicBezTo>
                    <a:pt x="40293" y="9420"/>
                    <a:pt x="36272" y="15847"/>
                    <a:pt x="29367" y="16416"/>
                  </a:cubicBezTo>
                  <a:cubicBezTo>
                    <a:pt x="29019" y="16444"/>
                    <a:pt x="28673" y="16457"/>
                    <a:pt x="28327" y="16457"/>
                  </a:cubicBezTo>
                  <a:cubicBezTo>
                    <a:pt x="25059" y="16457"/>
                    <a:pt x="21885" y="15265"/>
                    <a:pt x="18836" y="14182"/>
                  </a:cubicBezTo>
                  <a:cubicBezTo>
                    <a:pt x="15978" y="13173"/>
                    <a:pt x="13052" y="12242"/>
                    <a:pt x="9988" y="12242"/>
                  </a:cubicBezTo>
                  <a:cubicBezTo>
                    <a:pt x="9939" y="12242"/>
                    <a:pt x="9889" y="12242"/>
                    <a:pt x="9839" y="12243"/>
                  </a:cubicBezTo>
                  <a:cubicBezTo>
                    <a:pt x="7037" y="12283"/>
                    <a:pt x="4275" y="13238"/>
                    <a:pt x="2478" y="15472"/>
                  </a:cubicBezTo>
                  <a:cubicBezTo>
                    <a:pt x="741" y="17645"/>
                    <a:pt x="152" y="20498"/>
                    <a:pt x="50" y="23219"/>
                  </a:cubicBezTo>
                  <a:cubicBezTo>
                    <a:pt x="30" y="23930"/>
                    <a:pt x="41" y="24641"/>
                    <a:pt x="71" y="25352"/>
                  </a:cubicBezTo>
                  <a:cubicBezTo>
                    <a:pt x="76" y="25377"/>
                    <a:pt x="94" y="25390"/>
                    <a:pt x="110" y="25390"/>
                  </a:cubicBezTo>
                  <a:cubicBezTo>
                    <a:pt x="127" y="25390"/>
                    <a:pt x="142" y="25377"/>
                    <a:pt x="142" y="25352"/>
                  </a:cubicBezTo>
                  <a:cubicBezTo>
                    <a:pt x="0" y="22529"/>
                    <a:pt x="244" y="19523"/>
                    <a:pt x="1584" y="16975"/>
                  </a:cubicBezTo>
                  <a:cubicBezTo>
                    <a:pt x="2264" y="15685"/>
                    <a:pt x="3229" y="14568"/>
                    <a:pt x="4458" y="13775"/>
                  </a:cubicBezTo>
                  <a:cubicBezTo>
                    <a:pt x="5676" y="12994"/>
                    <a:pt x="7068" y="12557"/>
                    <a:pt x="8489" y="12394"/>
                  </a:cubicBezTo>
                  <a:cubicBezTo>
                    <a:pt x="9022" y="12333"/>
                    <a:pt x="9548" y="12305"/>
                    <a:pt x="10070" y="12305"/>
                  </a:cubicBezTo>
                  <a:cubicBezTo>
                    <a:pt x="16002" y="12305"/>
                    <a:pt x="21274" y="15981"/>
                    <a:pt x="27163" y="16467"/>
                  </a:cubicBezTo>
                  <a:cubicBezTo>
                    <a:pt x="27555" y="16501"/>
                    <a:pt x="27948" y="16519"/>
                    <a:pt x="28340" y="16519"/>
                  </a:cubicBezTo>
                  <a:cubicBezTo>
                    <a:pt x="29566" y="16519"/>
                    <a:pt x="30787" y="16346"/>
                    <a:pt x="31956" y="15969"/>
                  </a:cubicBezTo>
                  <a:cubicBezTo>
                    <a:pt x="33368" y="15512"/>
                    <a:pt x="34677" y="14801"/>
                    <a:pt x="35886" y="13949"/>
                  </a:cubicBezTo>
                  <a:cubicBezTo>
                    <a:pt x="38414" y="12151"/>
                    <a:pt x="40456" y="9815"/>
                    <a:pt x="42548" y="7551"/>
                  </a:cubicBezTo>
                  <a:cubicBezTo>
                    <a:pt x="44710" y="5216"/>
                    <a:pt x="47025" y="2890"/>
                    <a:pt x="49950" y="1509"/>
                  </a:cubicBezTo>
                  <a:cubicBezTo>
                    <a:pt x="51984" y="549"/>
                    <a:pt x="54235" y="70"/>
                    <a:pt x="56482" y="70"/>
                  </a:cubicBezTo>
                  <a:cubicBezTo>
                    <a:pt x="57421" y="70"/>
                    <a:pt x="58360" y="153"/>
                    <a:pt x="59282" y="321"/>
                  </a:cubicBezTo>
                  <a:cubicBezTo>
                    <a:pt x="65182" y="1387"/>
                    <a:pt x="69945" y="6038"/>
                    <a:pt x="71315" y="11857"/>
                  </a:cubicBezTo>
                  <a:cubicBezTo>
                    <a:pt x="71488" y="12567"/>
                    <a:pt x="71599" y="13288"/>
                    <a:pt x="71660" y="14009"/>
                  </a:cubicBezTo>
                  <a:cubicBezTo>
                    <a:pt x="71666" y="14035"/>
                    <a:pt x="71684" y="14047"/>
                    <a:pt x="71700" y="14047"/>
                  </a:cubicBezTo>
                  <a:cubicBezTo>
                    <a:pt x="71717" y="14047"/>
                    <a:pt x="71732" y="14035"/>
                    <a:pt x="71732" y="14009"/>
                  </a:cubicBezTo>
                  <a:cubicBezTo>
                    <a:pt x="71244" y="8292"/>
                    <a:pt x="67386" y="3042"/>
                    <a:pt x="62004" y="1001"/>
                  </a:cubicBezTo>
                  <a:cubicBezTo>
                    <a:pt x="60248" y="333"/>
                    <a:pt x="58368" y="1"/>
                    <a:pt x="564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6" name="Google Shape;506;p25"/>
            <p:cNvGrpSpPr/>
            <p:nvPr/>
          </p:nvGrpSpPr>
          <p:grpSpPr>
            <a:xfrm>
              <a:off x="-2138111" y="-1907432"/>
              <a:ext cx="12612232" cy="7338805"/>
              <a:chOff x="-2138111" y="-1907432"/>
              <a:chExt cx="12612232" cy="7338805"/>
            </a:xfrm>
          </p:grpSpPr>
          <p:sp>
            <p:nvSpPr>
              <p:cNvPr id="507" name="Google Shape;507;p25"/>
              <p:cNvSpPr/>
              <p:nvPr/>
            </p:nvSpPr>
            <p:spPr>
              <a:xfrm rot="9272496">
                <a:off x="866154" y="-1103050"/>
                <a:ext cx="4382991" cy="2835046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55463" extrusionOk="0">
                    <a:moveTo>
                      <a:pt x="48227" y="0"/>
                    </a:moveTo>
                    <a:cubicBezTo>
                      <a:pt x="47882" y="0"/>
                      <a:pt x="47535" y="9"/>
                      <a:pt x="47188" y="28"/>
                    </a:cubicBezTo>
                    <a:cubicBezTo>
                      <a:pt x="42599" y="282"/>
                      <a:pt x="38151" y="2018"/>
                      <a:pt x="34455" y="4719"/>
                    </a:cubicBezTo>
                    <a:cubicBezTo>
                      <a:pt x="30372" y="7705"/>
                      <a:pt x="27509" y="11899"/>
                      <a:pt x="24311" y="15737"/>
                    </a:cubicBezTo>
                    <a:cubicBezTo>
                      <a:pt x="21142" y="19545"/>
                      <a:pt x="17345" y="23231"/>
                      <a:pt x="12338" y="24338"/>
                    </a:cubicBezTo>
                    <a:cubicBezTo>
                      <a:pt x="11445" y="24532"/>
                      <a:pt x="10521" y="24639"/>
                      <a:pt x="9599" y="24639"/>
                    </a:cubicBezTo>
                    <a:cubicBezTo>
                      <a:pt x="8059" y="24639"/>
                      <a:pt x="6524" y="24340"/>
                      <a:pt x="5139" y="23647"/>
                    </a:cubicBezTo>
                    <a:cubicBezTo>
                      <a:pt x="3209" y="22693"/>
                      <a:pt x="1585" y="21027"/>
                      <a:pt x="793" y="19017"/>
                    </a:cubicBezTo>
                    <a:cubicBezTo>
                      <a:pt x="407" y="18052"/>
                      <a:pt x="244" y="17026"/>
                      <a:pt x="305" y="16001"/>
                    </a:cubicBezTo>
                    <a:cubicBezTo>
                      <a:pt x="305" y="15976"/>
                      <a:pt x="287" y="15963"/>
                      <a:pt x="269" y="15963"/>
                    </a:cubicBezTo>
                    <a:cubicBezTo>
                      <a:pt x="252" y="15963"/>
                      <a:pt x="234" y="15976"/>
                      <a:pt x="234" y="16001"/>
                    </a:cubicBezTo>
                    <a:cubicBezTo>
                      <a:pt x="1" y="20032"/>
                      <a:pt x="3291" y="23516"/>
                      <a:pt x="7078" y="24419"/>
                    </a:cubicBezTo>
                    <a:cubicBezTo>
                      <a:pt x="7930" y="24622"/>
                      <a:pt x="8785" y="24716"/>
                      <a:pt x="9633" y="24716"/>
                    </a:cubicBezTo>
                    <a:cubicBezTo>
                      <a:pt x="13412" y="24716"/>
                      <a:pt x="17069" y="22848"/>
                      <a:pt x="19913" y="20418"/>
                    </a:cubicBezTo>
                    <a:cubicBezTo>
                      <a:pt x="23762" y="17128"/>
                      <a:pt x="26514" y="12813"/>
                      <a:pt x="29875" y="9056"/>
                    </a:cubicBezTo>
                    <a:cubicBezTo>
                      <a:pt x="33125" y="5410"/>
                      <a:pt x="37095" y="2546"/>
                      <a:pt x="41786" y="1084"/>
                    </a:cubicBezTo>
                    <a:cubicBezTo>
                      <a:pt x="43888" y="429"/>
                      <a:pt x="46088" y="78"/>
                      <a:pt x="48282" y="78"/>
                    </a:cubicBezTo>
                    <a:cubicBezTo>
                      <a:pt x="50613" y="78"/>
                      <a:pt x="52937" y="475"/>
                      <a:pt x="55129" y="1327"/>
                    </a:cubicBezTo>
                    <a:cubicBezTo>
                      <a:pt x="59049" y="2851"/>
                      <a:pt x="62492" y="5704"/>
                      <a:pt x="64523" y="9401"/>
                    </a:cubicBezTo>
                    <a:cubicBezTo>
                      <a:pt x="65670" y="11513"/>
                      <a:pt x="66259" y="13818"/>
                      <a:pt x="66421" y="16204"/>
                    </a:cubicBezTo>
                    <a:cubicBezTo>
                      <a:pt x="66614" y="18926"/>
                      <a:pt x="66330" y="21657"/>
                      <a:pt x="66218" y="24378"/>
                    </a:cubicBezTo>
                    <a:cubicBezTo>
                      <a:pt x="66046" y="28420"/>
                      <a:pt x="66391" y="32807"/>
                      <a:pt x="68930" y="36148"/>
                    </a:cubicBezTo>
                    <a:cubicBezTo>
                      <a:pt x="70067" y="37640"/>
                      <a:pt x="71600" y="38727"/>
                      <a:pt x="73428" y="39215"/>
                    </a:cubicBezTo>
                    <a:cubicBezTo>
                      <a:pt x="74657" y="39549"/>
                      <a:pt x="75936" y="39651"/>
                      <a:pt x="77196" y="39895"/>
                    </a:cubicBezTo>
                    <a:cubicBezTo>
                      <a:pt x="78343" y="40118"/>
                      <a:pt x="79439" y="40494"/>
                      <a:pt x="80434" y="41113"/>
                    </a:cubicBezTo>
                    <a:cubicBezTo>
                      <a:pt x="82303" y="42261"/>
                      <a:pt x="83745" y="44099"/>
                      <a:pt x="84395" y="46190"/>
                    </a:cubicBezTo>
                    <a:cubicBezTo>
                      <a:pt x="85055" y="48354"/>
                      <a:pt x="84811" y="50750"/>
                      <a:pt x="83826" y="52771"/>
                    </a:cubicBezTo>
                    <a:cubicBezTo>
                      <a:pt x="83339" y="53766"/>
                      <a:pt x="82679" y="54659"/>
                      <a:pt x="81867" y="55411"/>
                    </a:cubicBezTo>
                    <a:cubicBezTo>
                      <a:pt x="81844" y="55434"/>
                      <a:pt x="81866" y="55462"/>
                      <a:pt x="81892" y="55462"/>
                    </a:cubicBezTo>
                    <a:cubicBezTo>
                      <a:pt x="81901" y="55462"/>
                      <a:pt x="81909" y="55459"/>
                      <a:pt x="81917" y="55451"/>
                    </a:cubicBezTo>
                    <a:cubicBezTo>
                      <a:pt x="84974" y="52598"/>
                      <a:pt x="85746" y="47826"/>
                      <a:pt x="83582" y="44220"/>
                    </a:cubicBezTo>
                    <a:cubicBezTo>
                      <a:pt x="82567" y="42514"/>
                      <a:pt x="80993" y="41133"/>
                      <a:pt x="79155" y="40382"/>
                    </a:cubicBezTo>
                    <a:cubicBezTo>
                      <a:pt x="76840" y="39448"/>
                      <a:pt x="74220" y="39702"/>
                      <a:pt x="71956" y="38605"/>
                    </a:cubicBezTo>
                    <a:cubicBezTo>
                      <a:pt x="68229" y="36787"/>
                      <a:pt x="66685" y="32380"/>
                      <a:pt x="66330" y="28512"/>
                    </a:cubicBezTo>
                    <a:cubicBezTo>
                      <a:pt x="65843" y="23313"/>
                      <a:pt x="67305" y="18032"/>
                      <a:pt x="65974" y="12894"/>
                    </a:cubicBezTo>
                    <a:cubicBezTo>
                      <a:pt x="64979" y="9004"/>
                      <a:pt x="62400" y="5653"/>
                      <a:pt x="59120" y="3379"/>
                    </a:cubicBezTo>
                    <a:cubicBezTo>
                      <a:pt x="55922" y="1150"/>
                      <a:pt x="52115" y="0"/>
                      <a:pt x="482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5"/>
              <p:cNvSpPr/>
              <p:nvPr/>
            </p:nvSpPr>
            <p:spPr>
              <a:xfrm rot="-2190436">
                <a:off x="6767466" y="2309917"/>
                <a:ext cx="3389217" cy="2184986"/>
              </a:xfrm>
              <a:custGeom>
                <a:avLst/>
                <a:gdLst/>
                <a:ahLst/>
                <a:cxnLst/>
                <a:rect l="l" t="t" r="r" b="b"/>
                <a:pathLst>
                  <a:path w="68641" h="44252" extrusionOk="0">
                    <a:moveTo>
                      <a:pt x="67677" y="0"/>
                    </a:moveTo>
                    <a:cubicBezTo>
                      <a:pt x="65155" y="0"/>
                      <a:pt x="62741" y="1012"/>
                      <a:pt x="60731" y="2524"/>
                    </a:cubicBezTo>
                    <a:cubicBezTo>
                      <a:pt x="58294" y="4352"/>
                      <a:pt x="56516" y="6829"/>
                      <a:pt x="55074" y="9480"/>
                    </a:cubicBezTo>
                    <a:cubicBezTo>
                      <a:pt x="52160" y="14852"/>
                      <a:pt x="50383" y="21107"/>
                      <a:pt x="45621" y="25240"/>
                    </a:cubicBezTo>
                    <a:cubicBezTo>
                      <a:pt x="44504" y="26215"/>
                      <a:pt x="43245" y="27027"/>
                      <a:pt x="41864" y="27576"/>
                    </a:cubicBezTo>
                    <a:cubicBezTo>
                      <a:pt x="40310" y="28185"/>
                      <a:pt x="38644" y="28459"/>
                      <a:pt x="36979" y="28499"/>
                    </a:cubicBezTo>
                    <a:cubicBezTo>
                      <a:pt x="36764" y="28506"/>
                      <a:pt x="36550" y="28509"/>
                      <a:pt x="36335" y="28509"/>
                    </a:cubicBezTo>
                    <a:cubicBezTo>
                      <a:pt x="33195" y="28509"/>
                      <a:pt x="30095" y="27846"/>
                      <a:pt x="26977" y="27504"/>
                    </a:cubicBezTo>
                    <a:cubicBezTo>
                      <a:pt x="25877" y="27383"/>
                      <a:pt x="24780" y="27316"/>
                      <a:pt x="23686" y="27316"/>
                    </a:cubicBezTo>
                    <a:cubicBezTo>
                      <a:pt x="21954" y="27316"/>
                      <a:pt x="20230" y="27484"/>
                      <a:pt x="18518" y="27870"/>
                    </a:cubicBezTo>
                    <a:cubicBezTo>
                      <a:pt x="15918" y="28459"/>
                      <a:pt x="13420" y="29464"/>
                      <a:pt x="11125" y="30815"/>
                    </a:cubicBezTo>
                    <a:cubicBezTo>
                      <a:pt x="6576" y="33506"/>
                      <a:pt x="2799" y="37578"/>
                      <a:pt x="687" y="42442"/>
                    </a:cubicBezTo>
                    <a:cubicBezTo>
                      <a:pt x="433" y="43020"/>
                      <a:pt x="210" y="43609"/>
                      <a:pt x="7" y="44209"/>
                    </a:cubicBezTo>
                    <a:cubicBezTo>
                      <a:pt x="0" y="44234"/>
                      <a:pt x="21" y="44251"/>
                      <a:pt x="40" y="44251"/>
                    </a:cubicBezTo>
                    <a:cubicBezTo>
                      <a:pt x="52" y="44251"/>
                      <a:pt x="64" y="44245"/>
                      <a:pt x="68" y="44229"/>
                    </a:cubicBezTo>
                    <a:cubicBezTo>
                      <a:pt x="1824" y="39080"/>
                      <a:pt x="5398" y="34673"/>
                      <a:pt x="9897" y="31668"/>
                    </a:cubicBezTo>
                    <a:cubicBezTo>
                      <a:pt x="14007" y="28925"/>
                      <a:pt x="18839" y="27367"/>
                      <a:pt x="23767" y="27367"/>
                    </a:cubicBezTo>
                    <a:cubicBezTo>
                      <a:pt x="24257" y="27367"/>
                      <a:pt x="24749" y="27382"/>
                      <a:pt x="25240" y="27413"/>
                    </a:cubicBezTo>
                    <a:cubicBezTo>
                      <a:pt x="28866" y="27644"/>
                      <a:pt x="32681" y="28556"/>
                      <a:pt x="36366" y="28556"/>
                    </a:cubicBezTo>
                    <a:cubicBezTo>
                      <a:pt x="38998" y="28556"/>
                      <a:pt x="41563" y="28091"/>
                      <a:pt x="43945" y="26581"/>
                    </a:cubicBezTo>
                    <a:cubicBezTo>
                      <a:pt x="49053" y="23351"/>
                      <a:pt x="51308" y="17411"/>
                      <a:pt x="53785" y="12202"/>
                    </a:cubicBezTo>
                    <a:cubicBezTo>
                      <a:pt x="55126" y="9368"/>
                      <a:pt x="56638" y="6535"/>
                      <a:pt x="58852" y="4271"/>
                    </a:cubicBezTo>
                    <a:cubicBezTo>
                      <a:pt x="60893" y="2179"/>
                      <a:pt x="63543" y="493"/>
                      <a:pt x="66488" y="138"/>
                    </a:cubicBezTo>
                    <a:cubicBezTo>
                      <a:pt x="66861" y="89"/>
                      <a:pt x="67236" y="66"/>
                      <a:pt x="67611" y="66"/>
                    </a:cubicBezTo>
                    <a:cubicBezTo>
                      <a:pt x="67941" y="66"/>
                      <a:pt x="68272" y="84"/>
                      <a:pt x="68600" y="118"/>
                    </a:cubicBezTo>
                    <a:cubicBezTo>
                      <a:pt x="68641" y="118"/>
                      <a:pt x="68641" y="57"/>
                      <a:pt x="68600" y="46"/>
                    </a:cubicBezTo>
                    <a:cubicBezTo>
                      <a:pt x="68291" y="15"/>
                      <a:pt x="67983" y="0"/>
                      <a:pt x="676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5"/>
              <p:cNvSpPr/>
              <p:nvPr/>
            </p:nvSpPr>
            <p:spPr>
              <a:xfrm rot="-3790971">
                <a:off x="2411629" y="580018"/>
                <a:ext cx="3827959" cy="4070931"/>
              </a:xfrm>
              <a:custGeom>
                <a:avLst/>
                <a:gdLst/>
                <a:ahLst/>
                <a:cxnLst/>
                <a:rect l="l" t="t" r="r" b="b"/>
                <a:pathLst>
                  <a:path w="37197" h="39558" extrusionOk="0">
                    <a:moveTo>
                      <a:pt x="8059" y="63"/>
                    </a:moveTo>
                    <a:cubicBezTo>
                      <a:pt x="8465" y="63"/>
                      <a:pt x="8871" y="115"/>
                      <a:pt x="9271" y="227"/>
                    </a:cubicBezTo>
                    <a:cubicBezTo>
                      <a:pt x="9993" y="430"/>
                      <a:pt x="10612" y="867"/>
                      <a:pt x="11221" y="1303"/>
                    </a:cubicBezTo>
                    <a:cubicBezTo>
                      <a:pt x="12003" y="1872"/>
                      <a:pt x="12683" y="2562"/>
                      <a:pt x="13232" y="3375"/>
                    </a:cubicBezTo>
                    <a:cubicBezTo>
                      <a:pt x="13709" y="4086"/>
                      <a:pt x="14075" y="4868"/>
                      <a:pt x="14430" y="5640"/>
                    </a:cubicBezTo>
                    <a:cubicBezTo>
                      <a:pt x="15232" y="7396"/>
                      <a:pt x="16136" y="9112"/>
                      <a:pt x="17334" y="10645"/>
                    </a:cubicBezTo>
                    <a:cubicBezTo>
                      <a:pt x="17934" y="11417"/>
                      <a:pt x="18654" y="12118"/>
                      <a:pt x="19518" y="12585"/>
                    </a:cubicBezTo>
                    <a:cubicBezTo>
                      <a:pt x="20380" y="13052"/>
                      <a:pt x="21355" y="13276"/>
                      <a:pt x="22330" y="13357"/>
                    </a:cubicBezTo>
                    <a:cubicBezTo>
                      <a:pt x="22751" y="13391"/>
                      <a:pt x="23173" y="13403"/>
                      <a:pt x="23596" y="13403"/>
                    </a:cubicBezTo>
                    <a:cubicBezTo>
                      <a:pt x="24525" y="13403"/>
                      <a:pt x="25460" y="13346"/>
                      <a:pt x="26392" y="13346"/>
                    </a:cubicBezTo>
                    <a:cubicBezTo>
                      <a:pt x="27167" y="13346"/>
                      <a:pt x="27940" y="13386"/>
                      <a:pt x="28707" y="13529"/>
                    </a:cubicBezTo>
                    <a:cubicBezTo>
                      <a:pt x="32252" y="14200"/>
                      <a:pt x="35044" y="17063"/>
                      <a:pt x="36273" y="20364"/>
                    </a:cubicBezTo>
                    <a:cubicBezTo>
                      <a:pt x="36923" y="22079"/>
                      <a:pt x="37135" y="23918"/>
                      <a:pt x="36912" y="25746"/>
                    </a:cubicBezTo>
                    <a:cubicBezTo>
                      <a:pt x="36668" y="27644"/>
                      <a:pt x="35988" y="29462"/>
                      <a:pt x="35003" y="31097"/>
                    </a:cubicBezTo>
                    <a:cubicBezTo>
                      <a:pt x="32942" y="34529"/>
                      <a:pt x="29621" y="37068"/>
                      <a:pt x="25864" y="38388"/>
                    </a:cubicBezTo>
                    <a:cubicBezTo>
                      <a:pt x="23789" y="39119"/>
                      <a:pt x="21584" y="39491"/>
                      <a:pt x="19379" y="39491"/>
                    </a:cubicBezTo>
                    <a:cubicBezTo>
                      <a:pt x="17387" y="39491"/>
                      <a:pt x="15394" y="39187"/>
                      <a:pt x="13496" y="38571"/>
                    </a:cubicBezTo>
                    <a:cubicBezTo>
                      <a:pt x="9851" y="37383"/>
                      <a:pt x="6611" y="35027"/>
                      <a:pt x="4275" y="31990"/>
                    </a:cubicBezTo>
                    <a:cubicBezTo>
                      <a:pt x="3118" y="30487"/>
                      <a:pt x="2183" y="28822"/>
                      <a:pt x="1524" y="27055"/>
                    </a:cubicBezTo>
                    <a:cubicBezTo>
                      <a:pt x="721" y="24882"/>
                      <a:pt x="315" y="22577"/>
                      <a:pt x="183" y="20262"/>
                    </a:cubicBezTo>
                    <a:cubicBezTo>
                      <a:pt x="41" y="17967"/>
                      <a:pt x="163" y="15672"/>
                      <a:pt x="376" y="13387"/>
                    </a:cubicBezTo>
                    <a:cubicBezTo>
                      <a:pt x="477" y="12240"/>
                      <a:pt x="610" y="11113"/>
                      <a:pt x="752" y="9975"/>
                    </a:cubicBezTo>
                    <a:cubicBezTo>
                      <a:pt x="884" y="8919"/>
                      <a:pt x="1036" y="7863"/>
                      <a:pt x="1290" y="6827"/>
                    </a:cubicBezTo>
                    <a:cubicBezTo>
                      <a:pt x="1768" y="4857"/>
                      <a:pt x="2610" y="2867"/>
                      <a:pt x="4205" y="1557"/>
                    </a:cubicBezTo>
                    <a:cubicBezTo>
                      <a:pt x="5275" y="676"/>
                      <a:pt x="6662" y="63"/>
                      <a:pt x="8059" y="63"/>
                    </a:cubicBezTo>
                    <a:close/>
                    <a:moveTo>
                      <a:pt x="8072" y="0"/>
                    </a:moveTo>
                    <a:cubicBezTo>
                      <a:pt x="7618" y="0"/>
                      <a:pt x="7163" y="62"/>
                      <a:pt x="6723" y="176"/>
                    </a:cubicBezTo>
                    <a:cubicBezTo>
                      <a:pt x="4925" y="644"/>
                      <a:pt x="3433" y="1892"/>
                      <a:pt x="2499" y="3487"/>
                    </a:cubicBezTo>
                    <a:cubicBezTo>
                      <a:pt x="1432" y="5324"/>
                      <a:pt x="1016" y="7447"/>
                      <a:pt x="741" y="9528"/>
                    </a:cubicBezTo>
                    <a:cubicBezTo>
                      <a:pt x="427" y="11834"/>
                      <a:pt x="183" y="14159"/>
                      <a:pt x="92" y="16485"/>
                    </a:cubicBezTo>
                    <a:cubicBezTo>
                      <a:pt x="1" y="18810"/>
                      <a:pt x="71" y="21156"/>
                      <a:pt x="488" y="23451"/>
                    </a:cubicBezTo>
                    <a:cubicBezTo>
                      <a:pt x="863" y="25543"/>
                      <a:pt x="1524" y="27583"/>
                      <a:pt x="2539" y="29452"/>
                    </a:cubicBezTo>
                    <a:cubicBezTo>
                      <a:pt x="3453" y="31137"/>
                      <a:pt x="4621" y="32681"/>
                      <a:pt x="5981" y="34032"/>
                    </a:cubicBezTo>
                    <a:cubicBezTo>
                      <a:pt x="7342" y="35372"/>
                      <a:pt x="8896" y="36510"/>
                      <a:pt x="10582" y="37403"/>
                    </a:cubicBezTo>
                    <a:cubicBezTo>
                      <a:pt x="12369" y="38347"/>
                      <a:pt x="14298" y="38987"/>
                      <a:pt x="16298" y="39312"/>
                    </a:cubicBezTo>
                    <a:cubicBezTo>
                      <a:pt x="17316" y="39476"/>
                      <a:pt x="18346" y="39557"/>
                      <a:pt x="19377" y="39557"/>
                    </a:cubicBezTo>
                    <a:cubicBezTo>
                      <a:pt x="20453" y="39557"/>
                      <a:pt x="21530" y="39468"/>
                      <a:pt x="22594" y="39292"/>
                    </a:cubicBezTo>
                    <a:cubicBezTo>
                      <a:pt x="24676" y="38947"/>
                      <a:pt x="26707" y="38266"/>
                      <a:pt x="28576" y="37261"/>
                    </a:cubicBezTo>
                    <a:cubicBezTo>
                      <a:pt x="30291" y="36337"/>
                      <a:pt x="31855" y="35118"/>
                      <a:pt x="33165" y="33676"/>
                    </a:cubicBezTo>
                    <a:cubicBezTo>
                      <a:pt x="34455" y="32254"/>
                      <a:pt x="35511" y="30620"/>
                      <a:pt x="36201" y="28822"/>
                    </a:cubicBezTo>
                    <a:cubicBezTo>
                      <a:pt x="36871" y="27076"/>
                      <a:pt x="37196" y="25166"/>
                      <a:pt x="37024" y="23298"/>
                    </a:cubicBezTo>
                    <a:cubicBezTo>
                      <a:pt x="36862" y="21511"/>
                      <a:pt x="36252" y="19764"/>
                      <a:pt x="35308" y="18241"/>
                    </a:cubicBezTo>
                    <a:cubicBezTo>
                      <a:pt x="34384" y="16749"/>
                      <a:pt x="33125" y="15449"/>
                      <a:pt x="31611" y="14555"/>
                    </a:cubicBezTo>
                    <a:cubicBezTo>
                      <a:pt x="30850" y="14118"/>
                      <a:pt x="30038" y="13773"/>
                      <a:pt x="29185" y="13560"/>
                    </a:cubicBezTo>
                    <a:cubicBezTo>
                      <a:pt x="28283" y="13344"/>
                      <a:pt x="27356" y="13284"/>
                      <a:pt x="26434" y="13284"/>
                    </a:cubicBezTo>
                    <a:cubicBezTo>
                      <a:pt x="26359" y="13284"/>
                      <a:pt x="26284" y="13285"/>
                      <a:pt x="26209" y="13286"/>
                    </a:cubicBezTo>
                    <a:cubicBezTo>
                      <a:pt x="25356" y="13290"/>
                      <a:pt x="24474" y="13342"/>
                      <a:pt x="23596" y="13342"/>
                    </a:cubicBezTo>
                    <a:cubicBezTo>
                      <a:pt x="22268" y="13342"/>
                      <a:pt x="20949" y="13222"/>
                      <a:pt x="19751" y="12636"/>
                    </a:cubicBezTo>
                    <a:cubicBezTo>
                      <a:pt x="18817" y="12179"/>
                      <a:pt x="18055" y="11448"/>
                      <a:pt x="17415" y="10645"/>
                    </a:cubicBezTo>
                    <a:cubicBezTo>
                      <a:pt x="16756" y="9813"/>
                      <a:pt x="16187" y="8909"/>
                      <a:pt x="15669" y="7995"/>
                    </a:cubicBezTo>
                    <a:cubicBezTo>
                      <a:pt x="14765" y="6411"/>
                      <a:pt x="14206" y="4634"/>
                      <a:pt x="13150" y="3151"/>
                    </a:cubicBezTo>
                    <a:cubicBezTo>
                      <a:pt x="12633" y="2410"/>
                      <a:pt x="11983" y="1781"/>
                      <a:pt x="11252" y="1242"/>
                    </a:cubicBezTo>
                    <a:cubicBezTo>
                      <a:pt x="10622" y="795"/>
                      <a:pt x="9993" y="349"/>
                      <a:pt x="9241" y="146"/>
                    </a:cubicBezTo>
                    <a:cubicBezTo>
                      <a:pt x="8859" y="47"/>
                      <a:pt x="8466" y="0"/>
                      <a:pt x="80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5"/>
              <p:cNvSpPr/>
              <p:nvPr/>
            </p:nvSpPr>
            <p:spPr>
              <a:xfrm rot="602346">
                <a:off x="-1813998" y="642690"/>
                <a:ext cx="6301923" cy="4272111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5"/>
              <p:cNvSpPr/>
              <p:nvPr/>
            </p:nvSpPr>
            <p:spPr>
              <a:xfrm rot="-565460" flipH="1">
                <a:off x="3928777" y="960008"/>
                <a:ext cx="5920740" cy="4013705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5"/>
              <p:cNvSpPr/>
              <p:nvPr/>
            </p:nvSpPr>
            <p:spPr>
              <a:xfrm rot="602346">
                <a:off x="-1748673" y="566490"/>
                <a:ext cx="6301923" cy="4272111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5"/>
              <p:cNvSpPr/>
              <p:nvPr/>
            </p:nvSpPr>
            <p:spPr>
              <a:xfrm rot="-3790987">
                <a:off x="2549219" y="722852"/>
                <a:ext cx="3661649" cy="3894065"/>
              </a:xfrm>
              <a:custGeom>
                <a:avLst/>
                <a:gdLst/>
                <a:ahLst/>
                <a:cxnLst/>
                <a:rect l="l" t="t" r="r" b="b"/>
                <a:pathLst>
                  <a:path w="37197" h="39558" extrusionOk="0">
                    <a:moveTo>
                      <a:pt x="8059" y="63"/>
                    </a:moveTo>
                    <a:cubicBezTo>
                      <a:pt x="8465" y="63"/>
                      <a:pt x="8871" y="115"/>
                      <a:pt x="9271" y="227"/>
                    </a:cubicBezTo>
                    <a:cubicBezTo>
                      <a:pt x="9993" y="430"/>
                      <a:pt x="10612" y="867"/>
                      <a:pt x="11221" y="1303"/>
                    </a:cubicBezTo>
                    <a:cubicBezTo>
                      <a:pt x="12003" y="1872"/>
                      <a:pt x="12683" y="2562"/>
                      <a:pt x="13232" y="3375"/>
                    </a:cubicBezTo>
                    <a:cubicBezTo>
                      <a:pt x="13709" y="4086"/>
                      <a:pt x="14075" y="4868"/>
                      <a:pt x="14430" y="5640"/>
                    </a:cubicBezTo>
                    <a:cubicBezTo>
                      <a:pt x="15232" y="7396"/>
                      <a:pt x="16136" y="9112"/>
                      <a:pt x="17334" y="10645"/>
                    </a:cubicBezTo>
                    <a:cubicBezTo>
                      <a:pt x="17934" y="11417"/>
                      <a:pt x="18654" y="12118"/>
                      <a:pt x="19518" y="12585"/>
                    </a:cubicBezTo>
                    <a:cubicBezTo>
                      <a:pt x="20380" y="13052"/>
                      <a:pt x="21355" y="13276"/>
                      <a:pt x="22330" y="13357"/>
                    </a:cubicBezTo>
                    <a:cubicBezTo>
                      <a:pt x="22751" y="13391"/>
                      <a:pt x="23173" y="13403"/>
                      <a:pt x="23596" y="13403"/>
                    </a:cubicBezTo>
                    <a:cubicBezTo>
                      <a:pt x="24525" y="13403"/>
                      <a:pt x="25460" y="13346"/>
                      <a:pt x="26392" y="13346"/>
                    </a:cubicBezTo>
                    <a:cubicBezTo>
                      <a:pt x="27167" y="13346"/>
                      <a:pt x="27940" y="13386"/>
                      <a:pt x="28707" y="13529"/>
                    </a:cubicBezTo>
                    <a:cubicBezTo>
                      <a:pt x="32252" y="14200"/>
                      <a:pt x="35044" y="17063"/>
                      <a:pt x="36273" y="20364"/>
                    </a:cubicBezTo>
                    <a:cubicBezTo>
                      <a:pt x="36923" y="22079"/>
                      <a:pt x="37135" y="23918"/>
                      <a:pt x="36912" y="25746"/>
                    </a:cubicBezTo>
                    <a:cubicBezTo>
                      <a:pt x="36668" y="27644"/>
                      <a:pt x="35988" y="29462"/>
                      <a:pt x="35003" y="31097"/>
                    </a:cubicBezTo>
                    <a:cubicBezTo>
                      <a:pt x="32942" y="34529"/>
                      <a:pt x="29621" y="37068"/>
                      <a:pt x="25864" y="38388"/>
                    </a:cubicBezTo>
                    <a:cubicBezTo>
                      <a:pt x="23789" y="39119"/>
                      <a:pt x="21584" y="39491"/>
                      <a:pt x="19379" y="39491"/>
                    </a:cubicBezTo>
                    <a:cubicBezTo>
                      <a:pt x="17387" y="39491"/>
                      <a:pt x="15394" y="39187"/>
                      <a:pt x="13496" y="38571"/>
                    </a:cubicBezTo>
                    <a:cubicBezTo>
                      <a:pt x="9851" y="37383"/>
                      <a:pt x="6611" y="35027"/>
                      <a:pt x="4275" y="31990"/>
                    </a:cubicBezTo>
                    <a:cubicBezTo>
                      <a:pt x="3118" y="30487"/>
                      <a:pt x="2183" y="28822"/>
                      <a:pt x="1524" y="27055"/>
                    </a:cubicBezTo>
                    <a:cubicBezTo>
                      <a:pt x="721" y="24882"/>
                      <a:pt x="315" y="22577"/>
                      <a:pt x="183" y="20262"/>
                    </a:cubicBezTo>
                    <a:cubicBezTo>
                      <a:pt x="41" y="17967"/>
                      <a:pt x="163" y="15672"/>
                      <a:pt x="376" y="13387"/>
                    </a:cubicBezTo>
                    <a:cubicBezTo>
                      <a:pt x="477" y="12240"/>
                      <a:pt x="610" y="11113"/>
                      <a:pt x="752" y="9975"/>
                    </a:cubicBezTo>
                    <a:cubicBezTo>
                      <a:pt x="884" y="8919"/>
                      <a:pt x="1036" y="7863"/>
                      <a:pt x="1290" y="6827"/>
                    </a:cubicBezTo>
                    <a:cubicBezTo>
                      <a:pt x="1768" y="4857"/>
                      <a:pt x="2610" y="2867"/>
                      <a:pt x="4205" y="1557"/>
                    </a:cubicBezTo>
                    <a:cubicBezTo>
                      <a:pt x="5275" y="676"/>
                      <a:pt x="6662" y="63"/>
                      <a:pt x="8059" y="63"/>
                    </a:cubicBezTo>
                    <a:close/>
                    <a:moveTo>
                      <a:pt x="8072" y="0"/>
                    </a:moveTo>
                    <a:cubicBezTo>
                      <a:pt x="7618" y="0"/>
                      <a:pt x="7163" y="62"/>
                      <a:pt x="6723" y="176"/>
                    </a:cubicBezTo>
                    <a:cubicBezTo>
                      <a:pt x="4925" y="644"/>
                      <a:pt x="3433" y="1892"/>
                      <a:pt x="2499" y="3487"/>
                    </a:cubicBezTo>
                    <a:cubicBezTo>
                      <a:pt x="1432" y="5324"/>
                      <a:pt x="1016" y="7447"/>
                      <a:pt x="741" y="9528"/>
                    </a:cubicBezTo>
                    <a:cubicBezTo>
                      <a:pt x="427" y="11834"/>
                      <a:pt x="183" y="14159"/>
                      <a:pt x="92" y="16485"/>
                    </a:cubicBezTo>
                    <a:cubicBezTo>
                      <a:pt x="1" y="18810"/>
                      <a:pt x="71" y="21156"/>
                      <a:pt x="488" y="23451"/>
                    </a:cubicBezTo>
                    <a:cubicBezTo>
                      <a:pt x="863" y="25543"/>
                      <a:pt x="1524" y="27583"/>
                      <a:pt x="2539" y="29452"/>
                    </a:cubicBezTo>
                    <a:cubicBezTo>
                      <a:pt x="3453" y="31137"/>
                      <a:pt x="4621" y="32681"/>
                      <a:pt x="5981" y="34032"/>
                    </a:cubicBezTo>
                    <a:cubicBezTo>
                      <a:pt x="7342" y="35372"/>
                      <a:pt x="8896" y="36510"/>
                      <a:pt x="10582" y="37403"/>
                    </a:cubicBezTo>
                    <a:cubicBezTo>
                      <a:pt x="12369" y="38347"/>
                      <a:pt x="14298" y="38987"/>
                      <a:pt x="16298" y="39312"/>
                    </a:cubicBezTo>
                    <a:cubicBezTo>
                      <a:pt x="17316" y="39476"/>
                      <a:pt x="18346" y="39557"/>
                      <a:pt x="19377" y="39557"/>
                    </a:cubicBezTo>
                    <a:cubicBezTo>
                      <a:pt x="20453" y="39557"/>
                      <a:pt x="21530" y="39468"/>
                      <a:pt x="22594" y="39292"/>
                    </a:cubicBezTo>
                    <a:cubicBezTo>
                      <a:pt x="24676" y="38947"/>
                      <a:pt x="26707" y="38266"/>
                      <a:pt x="28576" y="37261"/>
                    </a:cubicBezTo>
                    <a:cubicBezTo>
                      <a:pt x="30291" y="36337"/>
                      <a:pt x="31855" y="35118"/>
                      <a:pt x="33165" y="33676"/>
                    </a:cubicBezTo>
                    <a:cubicBezTo>
                      <a:pt x="34455" y="32254"/>
                      <a:pt x="35511" y="30620"/>
                      <a:pt x="36201" y="28822"/>
                    </a:cubicBezTo>
                    <a:cubicBezTo>
                      <a:pt x="36871" y="27076"/>
                      <a:pt x="37196" y="25166"/>
                      <a:pt x="37024" y="23298"/>
                    </a:cubicBezTo>
                    <a:cubicBezTo>
                      <a:pt x="36862" y="21511"/>
                      <a:pt x="36252" y="19764"/>
                      <a:pt x="35308" y="18241"/>
                    </a:cubicBezTo>
                    <a:cubicBezTo>
                      <a:pt x="34384" y="16749"/>
                      <a:pt x="33125" y="15449"/>
                      <a:pt x="31611" y="14555"/>
                    </a:cubicBezTo>
                    <a:cubicBezTo>
                      <a:pt x="30850" y="14118"/>
                      <a:pt x="30038" y="13773"/>
                      <a:pt x="29185" y="13560"/>
                    </a:cubicBezTo>
                    <a:cubicBezTo>
                      <a:pt x="28283" y="13344"/>
                      <a:pt x="27356" y="13284"/>
                      <a:pt x="26434" y="13284"/>
                    </a:cubicBezTo>
                    <a:cubicBezTo>
                      <a:pt x="26359" y="13284"/>
                      <a:pt x="26284" y="13285"/>
                      <a:pt x="26209" y="13286"/>
                    </a:cubicBezTo>
                    <a:cubicBezTo>
                      <a:pt x="25356" y="13290"/>
                      <a:pt x="24474" y="13342"/>
                      <a:pt x="23596" y="13342"/>
                    </a:cubicBezTo>
                    <a:cubicBezTo>
                      <a:pt x="22268" y="13342"/>
                      <a:pt x="20949" y="13222"/>
                      <a:pt x="19751" y="12636"/>
                    </a:cubicBezTo>
                    <a:cubicBezTo>
                      <a:pt x="18817" y="12179"/>
                      <a:pt x="18055" y="11448"/>
                      <a:pt x="17415" y="10645"/>
                    </a:cubicBezTo>
                    <a:cubicBezTo>
                      <a:pt x="16756" y="9813"/>
                      <a:pt x="16187" y="8909"/>
                      <a:pt x="15669" y="7995"/>
                    </a:cubicBezTo>
                    <a:cubicBezTo>
                      <a:pt x="14765" y="6411"/>
                      <a:pt x="14206" y="4634"/>
                      <a:pt x="13150" y="3151"/>
                    </a:cubicBezTo>
                    <a:cubicBezTo>
                      <a:pt x="12633" y="2410"/>
                      <a:pt x="11983" y="1781"/>
                      <a:pt x="11252" y="1242"/>
                    </a:cubicBezTo>
                    <a:cubicBezTo>
                      <a:pt x="10622" y="795"/>
                      <a:pt x="9993" y="349"/>
                      <a:pt x="9241" y="146"/>
                    </a:cubicBezTo>
                    <a:cubicBezTo>
                      <a:pt x="8859" y="47"/>
                      <a:pt x="8466" y="0"/>
                      <a:pt x="80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5"/>
              <p:cNvSpPr/>
              <p:nvPr/>
            </p:nvSpPr>
            <p:spPr>
              <a:xfrm rot="-565460" flipH="1">
                <a:off x="4004977" y="960008"/>
                <a:ext cx="5920740" cy="4013705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5"/>
              <p:cNvSpPr/>
              <p:nvPr/>
            </p:nvSpPr>
            <p:spPr>
              <a:xfrm rot="-2190436">
                <a:off x="6767466" y="2203417"/>
                <a:ext cx="3389217" cy="2184986"/>
              </a:xfrm>
              <a:custGeom>
                <a:avLst/>
                <a:gdLst/>
                <a:ahLst/>
                <a:cxnLst/>
                <a:rect l="l" t="t" r="r" b="b"/>
                <a:pathLst>
                  <a:path w="68641" h="44252" extrusionOk="0">
                    <a:moveTo>
                      <a:pt x="67677" y="0"/>
                    </a:moveTo>
                    <a:cubicBezTo>
                      <a:pt x="65155" y="0"/>
                      <a:pt x="62741" y="1012"/>
                      <a:pt x="60731" y="2524"/>
                    </a:cubicBezTo>
                    <a:cubicBezTo>
                      <a:pt x="58294" y="4352"/>
                      <a:pt x="56516" y="6829"/>
                      <a:pt x="55074" y="9480"/>
                    </a:cubicBezTo>
                    <a:cubicBezTo>
                      <a:pt x="52160" y="14852"/>
                      <a:pt x="50383" y="21107"/>
                      <a:pt x="45621" y="25240"/>
                    </a:cubicBezTo>
                    <a:cubicBezTo>
                      <a:pt x="44504" y="26215"/>
                      <a:pt x="43245" y="27027"/>
                      <a:pt x="41864" y="27576"/>
                    </a:cubicBezTo>
                    <a:cubicBezTo>
                      <a:pt x="40310" y="28185"/>
                      <a:pt x="38644" y="28459"/>
                      <a:pt x="36979" y="28499"/>
                    </a:cubicBezTo>
                    <a:cubicBezTo>
                      <a:pt x="36764" y="28506"/>
                      <a:pt x="36550" y="28509"/>
                      <a:pt x="36335" y="28509"/>
                    </a:cubicBezTo>
                    <a:cubicBezTo>
                      <a:pt x="33195" y="28509"/>
                      <a:pt x="30095" y="27846"/>
                      <a:pt x="26977" y="27504"/>
                    </a:cubicBezTo>
                    <a:cubicBezTo>
                      <a:pt x="25877" y="27383"/>
                      <a:pt x="24780" y="27316"/>
                      <a:pt x="23686" y="27316"/>
                    </a:cubicBezTo>
                    <a:cubicBezTo>
                      <a:pt x="21954" y="27316"/>
                      <a:pt x="20230" y="27484"/>
                      <a:pt x="18518" y="27870"/>
                    </a:cubicBezTo>
                    <a:cubicBezTo>
                      <a:pt x="15918" y="28459"/>
                      <a:pt x="13420" y="29464"/>
                      <a:pt x="11125" y="30815"/>
                    </a:cubicBezTo>
                    <a:cubicBezTo>
                      <a:pt x="6576" y="33506"/>
                      <a:pt x="2799" y="37578"/>
                      <a:pt x="687" y="42442"/>
                    </a:cubicBezTo>
                    <a:cubicBezTo>
                      <a:pt x="433" y="43020"/>
                      <a:pt x="210" y="43609"/>
                      <a:pt x="7" y="44209"/>
                    </a:cubicBezTo>
                    <a:cubicBezTo>
                      <a:pt x="0" y="44234"/>
                      <a:pt x="21" y="44251"/>
                      <a:pt x="40" y="44251"/>
                    </a:cubicBezTo>
                    <a:cubicBezTo>
                      <a:pt x="52" y="44251"/>
                      <a:pt x="64" y="44245"/>
                      <a:pt x="68" y="44229"/>
                    </a:cubicBezTo>
                    <a:cubicBezTo>
                      <a:pt x="1824" y="39080"/>
                      <a:pt x="5398" y="34673"/>
                      <a:pt x="9897" y="31668"/>
                    </a:cubicBezTo>
                    <a:cubicBezTo>
                      <a:pt x="14007" y="28925"/>
                      <a:pt x="18839" y="27367"/>
                      <a:pt x="23767" y="27367"/>
                    </a:cubicBezTo>
                    <a:cubicBezTo>
                      <a:pt x="24257" y="27367"/>
                      <a:pt x="24749" y="27382"/>
                      <a:pt x="25240" y="27413"/>
                    </a:cubicBezTo>
                    <a:cubicBezTo>
                      <a:pt x="28866" y="27644"/>
                      <a:pt x="32681" y="28556"/>
                      <a:pt x="36366" y="28556"/>
                    </a:cubicBezTo>
                    <a:cubicBezTo>
                      <a:pt x="38998" y="28556"/>
                      <a:pt x="41563" y="28091"/>
                      <a:pt x="43945" y="26581"/>
                    </a:cubicBezTo>
                    <a:cubicBezTo>
                      <a:pt x="49053" y="23351"/>
                      <a:pt x="51308" y="17411"/>
                      <a:pt x="53785" y="12202"/>
                    </a:cubicBezTo>
                    <a:cubicBezTo>
                      <a:pt x="55126" y="9368"/>
                      <a:pt x="56638" y="6535"/>
                      <a:pt x="58852" y="4271"/>
                    </a:cubicBezTo>
                    <a:cubicBezTo>
                      <a:pt x="60893" y="2179"/>
                      <a:pt x="63543" y="493"/>
                      <a:pt x="66488" y="138"/>
                    </a:cubicBezTo>
                    <a:cubicBezTo>
                      <a:pt x="66861" y="89"/>
                      <a:pt x="67236" y="66"/>
                      <a:pt x="67611" y="66"/>
                    </a:cubicBezTo>
                    <a:cubicBezTo>
                      <a:pt x="67941" y="66"/>
                      <a:pt x="68272" y="84"/>
                      <a:pt x="68600" y="118"/>
                    </a:cubicBezTo>
                    <a:cubicBezTo>
                      <a:pt x="68641" y="118"/>
                      <a:pt x="68641" y="57"/>
                      <a:pt x="68600" y="46"/>
                    </a:cubicBezTo>
                    <a:cubicBezTo>
                      <a:pt x="68291" y="15"/>
                      <a:pt x="67983" y="0"/>
                      <a:pt x="676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5"/>
              <p:cNvSpPr/>
              <p:nvPr/>
            </p:nvSpPr>
            <p:spPr>
              <a:xfrm rot="9272496">
                <a:off x="784504" y="-1103050"/>
                <a:ext cx="4382991" cy="2835046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55463" extrusionOk="0">
                    <a:moveTo>
                      <a:pt x="48227" y="0"/>
                    </a:moveTo>
                    <a:cubicBezTo>
                      <a:pt x="47882" y="0"/>
                      <a:pt x="47535" y="9"/>
                      <a:pt x="47188" y="28"/>
                    </a:cubicBezTo>
                    <a:cubicBezTo>
                      <a:pt x="42599" y="282"/>
                      <a:pt x="38151" y="2018"/>
                      <a:pt x="34455" y="4719"/>
                    </a:cubicBezTo>
                    <a:cubicBezTo>
                      <a:pt x="30372" y="7705"/>
                      <a:pt x="27509" y="11899"/>
                      <a:pt x="24311" y="15737"/>
                    </a:cubicBezTo>
                    <a:cubicBezTo>
                      <a:pt x="21142" y="19545"/>
                      <a:pt x="17345" y="23231"/>
                      <a:pt x="12338" y="24338"/>
                    </a:cubicBezTo>
                    <a:cubicBezTo>
                      <a:pt x="11445" y="24532"/>
                      <a:pt x="10521" y="24639"/>
                      <a:pt x="9599" y="24639"/>
                    </a:cubicBezTo>
                    <a:cubicBezTo>
                      <a:pt x="8059" y="24639"/>
                      <a:pt x="6524" y="24340"/>
                      <a:pt x="5139" y="23647"/>
                    </a:cubicBezTo>
                    <a:cubicBezTo>
                      <a:pt x="3209" y="22693"/>
                      <a:pt x="1585" y="21027"/>
                      <a:pt x="793" y="19017"/>
                    </a:cubicBezTo>
                    <a:cubicBezTo>
                      <a:pt x="407" y="18052"/>
                      <a:pt x="244" y="17026"/>
                      <a:pt x="305" y="16001"/>
                    </a:cubicBezTo>
                    <a:cubicBezTo>
                      <a:pt x="305" y="15976"/>
                      <a:pt x="287" y="15963"/>
                      <a:pt x="269" y="15963"/>
                    </a:cubicBezTo>
                    <a:cubicBezTo>
                      <a:pt x="252" y="15963"/>
                      <a:pt x="234" y="15976"/>
                      <a:pt x="234" y="16001"/>
                    </a:cubicBezTo>
                    <a:cubicBezTo>
                      <a:pt x="1" y="20032"/>
                      <a:pt x="3291" y="23516"/>
                      <a:pt x="7078" y="24419"/>
                    </a:cubicBezTo>
                    <a:cubicBezTo>
                      <a:pt x="7930" y="24622"/>
                      <a:pt x="8785" y="24716"/>
                      <a:pt x="9633" y="24716"/>
                    </a:cubicBezTo>
                    <a:cubicBezTo>
                      <a:pt x="13412" y="24716"/>
                      <a:pt x="17069" y="22848"/>
                      <a:pt x="19913" y="20418"/>
                    </a:cubicBezTo>
                    <a:cubicBezTo>
                      <a:pt x="23762" y="17128"/>
                      <a:pt x="26514" y="12813"/>
                      <a:pt x="29875" y="9056"/>
                    </a:cubicBezTo>
                    <a:cubicBezTo>
                      <a:pt x="33125" y="5410"/>
                      <a:pt x="37095" y="2546"/>
                      <a:pt x="41786" y="1084"/>
                    </a:cubicBezTo>
                    <a:cubicBezTo>
                      <a:pt x="43888" y="429"/>
                      <a:pt x="46088" y="78"/>
                      <a:pt x="48282" y="78"/>
                    </a:cubicBezTo>
                    <a:cubicBezTo>
                      <a:pt x="50613" y="78"/>
                      <a:pt x="52937" y="475"/>
                      <a:pt x="55129" y="1327"/>
                    </a:cubicBezTo>
                    <a:cubicBezTo>
                      <a:pt x="59049" y="2851"/>
                      <a:pt x="62492" y="5704"/>
                      <a:pt x="64523" y="9401"/>
                    </a:cubicBezTo>
                    <a:cubicBezTo>
                      <a:pt x="65670" y="11513"/>
                      <a:pt x="66259" y="13818"/>
                      <a:pt x="66421" y="16204"/>
                    </a:cubicBezTo>
                    <a:cubicBezTo>
                      <a:pt x="66614" y="18926"/>
                      <a:pt x="66330" y="21657"/>
                      <a:pt x="66218" y="24378"/>
                    </a:cubicBezTo>
                    <a:cubicBezTo>
                      <a:pt x="66046" y="28420"/>
                      <a:pt x="66391" y="32807"/>
                      <a:pt x="68930" y="36148"/>
                    </a:cubicBezTo>
                    <a:cubicBezTo>
                      <a:pt x="70067" y="37640"/>
                      <a:pt x="71600" y="38727"/>
                      <a:pt x="73428" y="39215"/>
                    </a:cubicBezTo>
                    <a:cubicBezTo>
                      <a:pt x="74657" y="39549"/>
                      <a:pt x="75936" y="39651"/>
                      <a:pt x="77196" y="39895"/>
                    </a:cubicBezTo>
                    <a:cubicBezTo>
                      <a:pt x="78343" y="40118"/>
                      <a:pt x="79439" y="40494"/>
                      <a:pt x="80434" y="41113"/>
                    </a:cubicBezTo>
                    <a:cubicBezTo>
                      <a:pt x="82303" y="42261"/>
                      <a:pt x="83745" y="44099"/>
                      <a:pt x="84395" y="46190"/>
                    </a:cubicBezTo>
                    <a:cubicBezTo>
                      <a:pt x="85055" y="48354"/>
                      <a:pt x="84811" y="50750"/>
                      <a:pt x="83826" y="52771"/>
                    </a:cubicBezTo>
                    <a:cubicBezTo>
                      <a:pt x="83339" y="53766"/>
                      <a:pt x="82679" y="54659"/>
                      <a:pt x="81867" y="55411"/>
                    </a:cubicBezTo>
                    <a:cubicBezTo>
                      <a:pt x="81844" y="55434"/>
                      <a:pt x="81866" y="55462"/>
                      <a:pt x="81892" y="55462"/>
                    </a:cubicBezTo>
                    <a:cubicBezTo>
                      <a:pt x="81901" y="55462"/>
                      <a:pt x="81909" y="55459"/>
                      <a:pt x="81917" y="55451"/>
                    </a:cubicBezTo>
                    <a:cubicBezTo>
                      <a:pt x="84974" y="52598"/>
                      <a:pt x="85746" y="47826"/>
                      <a:pt x="83582" y="44220"/>
                    </a:cubicBezTo>
                    <a:cubicBezTo>
                      <a:pt x="82567" y="42514"/>
                      <a:pt x="80993" y="41133"/>
                      <a:pt x="79155" y="40382"/>
                    </a:cubicBezTo>
                    <a:cubicBezTo>
                      <a:pt x="76840" y="39448"/>
                      <a:pt x="74220" y="39702"/>
                      <a:pt x="71956" y="38605"/>
                    </a:cubicBezTo>
                    <a:cubicBezTo>
                      <a:pt x="68229" y="36787"/>
                      <a:pt x="66685" y="32380"/>
                      <a:pt x="66330" y="28512"/>
                    </a:cubicBezTo>
                    <a:cubicBezTo>
                      <a:pt x="65843" y="23313"/>
                      <a:pt x="67305" y="18032"/>
                      <a:pt x="65974" y="12894"/>
                    </a:cubicBezTo>
                    <a:cubicBezTo>
                      <a:pt x="64979" y="9004"/>
                      <a:pt x="62400" y="5653"/>
                      <a:pt x="59120" y="3379"/>
                    </a:cubicBezTo>
                    <a:cubicBezTo>
                      <a:pt x="55922" y="1150"/>
                      <a:pt x="52115" y="0"/>
                      <a:pt x="482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1_1_1"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8" name="Google Shape;518;p26"/>
          <p:cNvGrpSpPr/>
          <p:nvPr/>
        </p:nvGrpSpPr>
        <p:grpSpPr>
          <a:xfrm rot="10800000">
            <a:off x="-1339051" y="-218107"/>
            <a:ext cx="12612232" cy="7338805"/>
            <a:chOff x="-2138111" y="-1907432"/>
            <a:chExt cx="12612232" cy="7338805"/>
          </a:xfrm>
        </p:grpSpPr>
        <p:sp>
          <p:nvSpPr>
            <p:cNvPr id="519" name="Google Shape;519;p26"/>
            <p:cNvSpPr/>
            <p:nvPr/>
          </p:nvSpPr>
          <p:spPr>
            <a:xfrm rot="-10210910">
              <a:off x="5334753" y="-288655"/>
              <a:ext cx="3261178" cy="1154360"/>
            </a:xfrm>
            <a:custGeom>
              <a:avLst/>
              <a:gdLst/>
              <a:ahLst/>
              <a:cxnLst/>
              <a:rect l="l" t="t" r="r" b="b"/>
              <a:pathLst>
                <a:path w="71732" h="25391" extrusionOk="0">
                  <a:moveTo>
                    <a:pt x="56488" y="1"/>
                  </a:moveTo>
                  <a:cubicBezTo>
                    <a:pt x="55279" y="1"/>
                    <a:pt x="54071" y="138"/>
                    <a:pt x="52895" y="412"/>
                  </a:cubicBezTo>
                  <a:cubicBezTo>
                    <a:pt x="49787" y="1143"/>
                    <a:pt x="47158" y="2890"/>
                    <a:pt x="44873" y="5073"/>
                  </a:cubicBezTo>
                  <a:cubicBezTo>
                    <a:pt x="40293" y="9420"/>
                    <a:pt x="36272" y="15847"/>
                    <a:pt x="29367" y="16416"/>
                  </a:cubicBezTo>
                  <a:cubicBezTo>
                    <a:pt x="29019" y="16444"/>
                    <a:pt x="28673" y="16457"/>
                    <a:pt x="28327" y="16457"/>
                  </a:cubicBezTo>
                  <a:cubicBezTo>
                    <a:pt x="25059" y="16457"/>
                    <a:pt x="21885" y="15265"/>
                    <a:pt x="18836" y="14182"/>
                  </a:cubicBezTo>
                  <a:cubicBezTo>
                    <a:pt x="15978" y="13173"/>
                    <a:pt x="13052" y="12242"/>
                    <a:pt x="9988" y="12242"/>
                  </a:cubicBezTo>
                  <a:cubicBezTo>
                    <a:pt x="9939" y="12242"/>
                    <a:pt x="9889" y="12242"/>
                    <a:pt x="9839" y="12243"/>
                  </a:cubicBezTo>
                  <a:cubicBezTo>
                    <a:pt x="7037" y="12283"/>
                    <a:pt x="4275" y="13238"/>
                    <a:pt x="2478" y="15472"/>
                  </a:cubicBezTo>
                  <a:cubicBezTo>
                    <a:pt x="741" y="17645"/>
                    <a:pt x="152" y="20498"/>
                    <a:pt x="50" y="23219"/>
                  </a:cubicBezTo>
                  <a:cubicBezTo>
                    <a:pt x="30" y="23930"/>
                    <a:pt x="41" y="24641"/>
                    <a:pt x="71" y="25352"/>
                  </a:cubicBezTo>
                  <a:cubicBezTo>
                    <a:pt x="76" y="25377"/>
                    <a:pt x="94" y="25390"/>
                    <a:pt x="110" y="25390"/>
                  </a:cubicBezTo>
                  <a:cubicBezTo>
                    <a:pt x="127" y="25390"/>
                    <a:pt x="142" y="25377"/>
                    <a:pt x="142" y="25352"/>
                  </a:cubicBezTo>
                  <a:cubicBezTo>
                    <a:pt x="0" y="22529"/>
                    <a:pt x="244" y="19523"/>
                    <a:pt x="1584" y="16975"/>
                  </a:cubicBezTo>
                  <a:cubicBezTo>
                    <a:pt x="2264" y="15685"/>
                    <a:pt x="3229" y="14568"/>
                    <a:pt x="4458" y="13775"/>
                  </a:cubicBezTo>
                  <a:cubicBezTo>
                    <a:pt x="5676" y="12994"/>
                    <a:pt x="7068" y="12557"/>
                    <a:pt x="8489" y="12394"/>
                  </a:cubicBezTo>
                  <a:cubicBezTo>
                    <a:pt x="9022" y="12333"/>
                    <a:pt x="9548" y="12305"/>
                    <a:pt x="10070" y="12305"/>
                  </a:cubicBezTo>
                  <a:cubicBezTo>
                    <a:pt x="16002" y="12305"/>
                    <a:pt x="21274" y="15981"/>
                    <a:pt x="27163" y="16467"/>
                  </a:cubicBezTo>
                  <a:cubicBezTo>
                    <a:pt x="27555" y="16501"/>
                    <a:pt x="27948" y="16519"/>
                    <a:pt x="28340" y="16519"/>
                  </a:cubicBezTo>
                  <a:cubicBezTo>
                    <a:pt x="29566" y="16519"/>
                    <a:pt x="30787" y="16346"/>
                    <a:pt x="31956" y="15969"/>
                  </a:cubicBezTo>
                  <a:cubicBezTo>
                    <a:pt x="33368" y="15512"/>
                    <a:pt x="34677" y="14801"/>
                    <a:pt x="35886" y="13949"/>
                  </a:cubicBezTo>
                  <a:cubicBezTo>
                    <a:pt x="38414" y="12151"/>
                    <a:pt x="40456" y="9815"/>
                    <a:pt x="42548" y="7551"/>
                  </a:cubicBezTo>
                  <a:cubicBezTo>
                    <a:pt x="44710" y="5216"/>
                    <a:pt x="47025" y="2890"/>
                    <a:pt x="49950" y="1509"/>
                  </a:cubicBezTo>
                  <a:cubicBezTo>
                    <a:pt x="51984" y="549"/>
                    <a:pt x="54235" y="70"/>
                    <a:pt x="56482" y="70"/>
                  </a:cubicBezTo>
                  <a:cubicBezTo>
                    <a:pt x="57421" y="70"/>
                    <a:pt x="58360" y="153"/>
                    <a:pt x="59282" y="321"/>
                  </a:cubicBezTo>
                  <a:cubicBezTo>
                    <a:pt x="65182" y="1387"/>
                    <a:pt x="69945" y="6038"/>
                    <a:pt x="71315" y="11857"/>
                  </a:cubicBezTo>
                  <a:cubicBezTo>
                    <a:pt x="71488" y="12567"/>
                    <a:pt x="71599" y="13288"/>
                    <a:pt x="71660" y="14009"/>
                  </a:cubicBezTo>
                  <a:cubicBezTo>
                    <a:pt x="71666" y="14035"/>
                    <a:pt x="71684" y="14047"/>
                    <a:pt x="71700" y="14047"/>
                  </a:cubicBezTo>
                  <a:cubicBezTo>
                    <a:pt x="71717" y="14047"/>
                    <a:pt x="71732" y="14035"/>
                    <a:pt x="71732" y="14009"/>
                  </a:cubicBezTo>
                  <a:cubicBezTo>
                    <a:pt x="71244" y="8292"/>
                    <a:pt x="67386" y="3042"/>
                    <a:pt x="62004" y="1001"/>
                  </a:cubicBezTo>
                  <a:cubicBezTo>
                    <a:pt x="60248" y="333"/>
                    <a:pt x="58368" y="1"/>
                    <a:pt x="56488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6"/>
            <p:cNvSpPr/>
            <p:nvPr/>
          </p:nvSpPr>
          <p:spPr>
            <a:xfrm rot="-10210910">
              <a:off x="5416403" y="-315880"/>
              <a:ext cx="3261178" cy="1154360"/>
            </a:xfrm>
            <a:custGeom>
              <a:avLst/>
              <a:gdLst/>
              <a:ahLst/>
              <a:cxnLst/>
              <a:rect l="l" t="t" r="r" b="b"/>
              <a:pathLst>
                <a:path w="71732" h="25391" extrusionOk="0">
                  <a:moveTo>
                    <a:pt x="56488" y="1"/>
                  </a:moveTo>
                  <a:cubicBezTo>
                    <a:pt x="55279" y="1"/>
                    <a:pt x="54071" y="138"/>
                    <a:pt x="52895" y="412"/>
                  </a:cubicBezTo>
                  <a:cubicBezTo>
                    <a:pt x="49787" y="1143"/>
                    <a:pt x="47158" y="2890"/>
                    <a:pt x="44873" y="5073"/>
                  </a:cubicBezTo>
                  <a:cubicBezTo>
                    <a:pt x="40293" y="9420"/>
                    <a:pt x="36272" y="15847"/>
                    <a:pt x="29367" y="16416"/>
                  </a:cubicBezTo>
                  <a:cubicBezTo>
                    <a:pt x="29019" y="16444"/>
                    <a:pt x="28673" y="16457"/>
                    <a:pt x="28327" y="16457"/>
                  </a:cubicBezTo>
                  <a:cubicBezTo>
                    <a:pt x="25059" y="16457"/>
                    <a:pt x="21885" y="15265"/>
                    <a:pt x="18836" y="14182"/>
                  </a:cubicBezTo>
                  <a:cubicBezTo>
                    <a:pt x="15978" y="13173"/>
                    <a:pt x="13052" y="12242"/>
                    <a:pt x="9988" y="12242"/>
                  </a:cubicBezTo>
                  <a:cubicBezTo>
                    <a:pt x="9939" y="12242"/>
                    <a:pt x="9889" y="12242"/>
                    <a:pt x="9839" y="12243"/>
                  </a:cubicBezTo>
                  <a:cubicBezTo>
                    <a:pt x="7037" y="12283"/>
                    <a:pt x="4275" y="13238"/>
                    <a:pt x="2478" y="15472"/>
                  </a:cubicBezTo>
                  <a:cubicBezTo>
                    <a:pt x="741" y="17645"/>
                    <a:pt x="152" y="20498"/>
                    <a:pt x="50" y="23219"/>
                  </a:cubicBezTo>
                  <a:cubicBezTo>
                    <a:pt x="30" y="23930"/>
                    <a:pt x="41" y="24641"/>
                    <a:pt x="71" y="25352"/>
                  </a:cubicBezTo>
                  <a:cubicBezTo>
                    <a:pt x="76" y="25377"/>
                    <a:pt x="94" y="25390"/>
                    <a:pt x="110" y="25390"/>
                  </a:cubicBezTo>
                  <a:cubicBezTo>
                    <a:pt x="127" y="25390"/>
                    <a:pt x="142" y="25377"/>
                    <a:pt x="142" y="25352"/>
                  </a:cubicBezTo>
                  <a:cubicBezTo>
                    <a:pt x="0" y="22529"/>
                    <a:pt x="244" y="19523"/>
                    <a:pt x="1584" y="16975"/>
                  </a:cubicBezTo>
                  <a:cubicBezTo>
                    <a:pt x="2264" y="15685"/>
                    <a:pt x="3229" y="14568"/>
                    <a:pt x="4458" y="13775"/>
                  </a:cubicBezTo>
                  <a:cubicBezTo>
                    <a:pt x="5676" y="12994"/>
                    <a:pt x="7068" y="12557"/>
                    <a:pt x="8489" y="12394"/>
                  </a:cubicBezTo>
                  <a:cubicBezTo>
                    <a:pt x="9022" y="12333"/>
                    <a:pt x="9548" y="12305"/>
                    <a:pt x="10070" y="12305"/>
                  </a:cubicBezTo>
                  <a:cubicBezTo>
                    <a:pt x="16002" y="12305"/>
                    <a:pt x="21274" y="15981"/>
                    <a:pt x="27163" y="16467"/>
                  </a:cubicBezTo>
                  <a:cubicBezTo>
                    <a:pt x="27555" y="16501"/>
                    <a:pt x="27948" y="16519"/>
                    <a:pt x="28340" y="16519"/>
                  </a:cubicBezTo>
                  <a:cubicBezTo>
                    <a:pt x="29566" y="16519"/>
                    <a:pt x="30787" y="16346"/>
                    <a:pt x="31956" y="15969"/>
                  </a:cubicBezTo>
                  <a:cubicBezTo>
                    <a:pt x="33368" y="15512"/>
                    <a:pt x="34677" y="14801"/>
                    <a:pt x="35886" y="13949"/>
                  </a:cubicBezTo>
                  <a:cubicBezTo>
                    <a:pt x="38414" y="12151"/>
                    <a:pt x="40456" y="9815"/>
                    <a:pt x="42548" y="7551"/>
                  </a:cubicBezTo>
                  <a:cubicBezTo>
                    <a:pt x="44710" y="5216"/>
                    <a:pt x="47025" y="2890"/>
                    <a:pt x="49950" y="1509"/>
                  </a:cubicBezTo>
                  <a:cubicBezTo>
                    <a:pt x="51984" y="549"/>
                    <a:pt x="54235" y="70"/>
                    <a:pt x="56482" y="70"/>
                  </a:cubicBezTo>
                  <a:cubicBezTo>
                    <a:pt x="57421" y="70"/>
                    <a:pt x="58360" y="153"/>
                    <a:pt x="59282" y="321"/>
                  </a:cubicBezTo>
                  <a:cubicBezTo>
                    <a:pt x="65182" y="1387"/>
                    <a:pt x="69945" y="6038"/>
                    <a:pt x="71315" y="11857"/>
                  </a:cubicBezTo>
                  <a:cubicBezTo>
                    <a:pt x="71488" y="12567"/>
                    <a:pt x="71599" y="13288"/>
                    <a:pt x="71660" y="14009"/>
                  </a:cubicBezTo>
                  <a:cubicBezTo>
                    <a:pt x="71666" y="14035"/>
                    <a:pt x="71684" y="14047"/>
                    <a:pt x="71700" y="14047"/>
                  </a:cubicBezTo>
                  <a:cubicBezTo>
                    <a:pt x="71717" y="14047"/>
                    <a:pt x="71732" y="14035"/>
                    <a:pt x="71732" y="14009"/>
                  </a:cubicBezTo>
                  <a:cubicBezTo>
                    <a:pt x="71244" y="8292"/>
                    <a:pt x="67386" y="3042"/>
                    <a:pt x="62004" y="1001"/>
                  </a:cubicBezTo>
                  <a:cubicBezTo>
                    <a:pt x="60248" y="333"/>
                    <a:pt x="58368" y="1"/>
                    <a:pt x="564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1" name="Google Shape;521;p26"/>
            <p:cNvGrpSpPr/>
            <p:nvPr/>
          </p:nvGrpSpPr>
          <p:grpSpPr>
            <a:xfrm>
              <a:off x="-2138111" y="-1907432"/>
              <a:ext cx="12612232" cy="7338805"/>
              <a:chOff x="-2138111" y="-1907432"/>
              <a:chExt cx="12612232" cy="7338805"/>
            </a:xfrm>
          </p:grpSpPr>
          <p:sp>
            <p:nvSpPr>
              <p:cNvPr id="522" name="Google Shape;522;p26"/>
              <p:cNvSpPr/>
              <p:nvPr/>
            </p:nvSpPr>
            <p:spPr>
              <a:xfrm rot="9272496">
                <a:off x="866154" y="-1103050"/>
                <a:ext cx="4382991" cy="2835046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55463" extrusionOk="0">
                    <a:moveTo>
                      <a:pt x="48227" y="0"/>
                    </a:moveTo>
                    <a:cubicBezTo>
                      <a:pt x="47882" y="0"/>
                      <a:pt x="47535" y="9"/>
                      <a:pt x="47188" y="28"/>
                    </a:cubicBezTo>
                    <a:cubicBezTo>
                      <a:pt x="42599" y="282"/>
                      <a:pt x="38151" y="2018"/>
                      <a:pt x="34455" y="4719"/>
                    </a:cubicBezTo>
                    <a:cubicBezTo>
                      <a:pt x="30372" y="7705"/>
                      <a:pt x="27509" y="11899"/>
                      <a:pt x="24311" y="15737"/>
                    </a:cubicBezTo>
                    <a:cubicBezTo>
                      <a:pt x="21142" y="19545"/>
                      <a:pt x="17345" y="23231"/>
                      <a:pt x="12338" y="24338"/>
                    </a:cubicBezTo>
                    <a:cubicBezTo>
                      <a:pt x="11445" y="24532"/>
                      <a:pt x="10521" y="24639"/>
                      <a:pt x="9599" y="24639"/>
                    </a:cubicBezTo>
                    <a:cubicBezTo>
                      <a:pt x="8059" y="24639"/>
                      <a:pt x="6524" y="24340"/>
                      <a:pt x="5139" y="23647"/>
                    </a:cubicBezTo>
                    <a:cubicBezTo>
                      <a:pt x="3209" y="22693"/>
                      <a:pt x="1585" y="21027"/>
                      <a:pt x="793" y="19017"/>
                    </a:cubicBezTo>
                    <a:cubicBezTo>
                      <a:pt x="407" y="18052"/>
                      <a:pt x="244" y="17026"/>
                      <a:pt x="305" y="16001"/>
                    </a:cubicBezTo>
                    <a:cubicBezTo>
                      <a:pt x="305" y="15976"/>
                      <a:pt x="287" y="15963"/>
                      <a:pt x="269" y="15963"/>
                    </a:cubicBezTo>
                    <a:cubicBezTo>
                      <a:pt x="252" y="15963"/>
                      <a:pt x="234" y="15976"/>
                      <a:pt x="234" y="16001"/>
                    </a:cubicBezTo>
                    <a:cubicBezTo>
                      <a:pt x="1" y="20032"/>
                      <a:pt x="3291" y="23516"/>
                      <a:pt x="7078" y="24419"/>
                    </a:cubicBezTo>
                    <a:cubicBezTo>
                      <a:pt x="7930" y="24622"/>
                      <a:pt x="8785" y="24716"/>
                      <a:pt x="9633" y="24716"/>
                    </a:cubicBezTo>
                    <a:cubicBezTo>
                      <a:pt x="13412" y="24716"/>
                      <a:pt x="17069" y="22848"/>
                      <a:pt x="19913" y="20418"/>
                    </a:cubicBezTo>
                    <a:cubicBezTo>
                      <a:pt x="23762" y="17128"/>
                      <a:pt x="26514" y="12813"/>
                      <a:pt x="29875" y="9056"/>
                    </a:cubicBezTo>
                    <a:cubicBezTo>
                      <a:pt x="33125" y="5410"/>
                      <a:pt x="37095" y="2546"/>
                      <a:pt x="41786" y="1084"/>
                    </a:cubicBezTo>
                    <a:cubicBezTo>
                      <a:pt x="43888" y="429"/>
                      <a:pt x="46088" y="78"/>
                      <a:pt x="48282" y="78"/>
                    </a:cubicBezTo>
                    <a:cubicBezTo>
                      <a:pt x="50613" y="78"/>
                      <a:pt x="52937" y="475"/>
                      <a:pt x="55129" y="1327"/>
                    </a:cubicBezTo>
                    <a:cubicBezTo>
                      <a:pt x="59049" y="2851"/>
                      <a:pt x="62492" y="5704"/>
                      <a:pt x="64523" y="9401"/>
                    </a:cubicBezTo>
                    <a:cubicBezTo>
                      <a:pt x="65670" y="11513"/>
                      <a:pt x="66259" y="13818"/>
                      <a:pt x="66421" y="16204"/>
                    </a:cubicBezTo>
                    <a:cubicBezTo>
                      <a:pt x="66614" y="18926"/>
                      <a:pt x="66330" y="21657"/>
                      <a:pt x="66218" y="24378"/>
                    </a:cubicBezTo>
                    <a:cubicBezTo>
                      <a:pt x="66046" y="28420"/>
                      <a:pt x="66391" y="32807"/>
                      <a:pt x="68930" y="36148"/>
                    </a:cubicBezTo>
                    <a:cubicBezTo>
                      <a:pt x="70067" y="37640"/>
                      <a:pt x="71600" y="38727"/>
                      <a:pt x="73428" y="39215"/>
                    </a:cubicBezTo>
                    <a:cubicBezTo>
                      <a:pt x="74657" y="39549"/>
                      <a:pt x="75936" y="39651"/>
                      <a:pt x="77196" y="39895"/>
                    </a:cubicBezTo>
                    <a:cubicBezTo>
                      <a:pt x="78343" y="40118"/>
                      <a:pt x="79439" y="40494"/>
                      <a:pt x="80434" y="41113"/>
                    </a:cubicBezTo>
                    <a:cubicBezTo>
                      <a:pt x="82303" y="42261"/>
                      <a:pt x="83745" y="44099"/>
                      <a:pt x="84395" y="46190"/>
                    </a:cubicBezTo>
                    <a:cubicBezTo>
                      <a:pt x="85055" y="48354"/>
                      <a:pt x="84811" y="50750"/>
                      <a:pt x="83826" y="52771"/>
                    </a:cubicBezTo>
                    <a:cubicBezTo>
                      <a:pt x="83339" y="53766"/>
                      <a:pt x="82679" y="54659"/>
                      <a:pt x="81867" y="55411"/>
                    </a:cubicBezTo>
                    <a:cubicBezTo>
                      <a:pt x="81844" y="55434"/>
                      <a:pt x="81866" y="55462"/>
                      <a:pt x="81892" y="55462"/>
                    </a:cubicBezTo>
                    <a:cubicBezTo>
                      <a:pt x="81901" y="55462"/>
                      <a:pt x="81909" y="55459"/>
                      <a:pt x="81917" y="55451"/>
                    </a:cubicBezTo>
                    <a:cubicBezTo>
                      <a:pt x="84974" y="52598"/>
                      <a:pt x="85746" y="47826"/>
                      <a:pt x="83582" y="44220"/>
                    </a:cubicBezTo>
                    <a:cubicBezTo>
                      <a:pt x="82567" y="42514"/>
                      <a:pt x="80993" y="41133"/>
                      <a:pt x="79155" y="40382"/>
                    </a:cubicBezTo>
                    <a:cubicBezTo>
                      <a:pt x="76840" y="39448"/>
                      <a:pt x="74220" y="39702"/>
                      <a:pt x="71956" y="38605"/>
                    </a:cubicBezTo>
                    <a:cubicBezTo>
                      <a:pt x="68229" y="36787"/>
                      <a:pt x="66685" y="32380"/>
                      <a:pt x="66330" y="28512"/>
                    </a:cubicBezTo>
                    <a:cubicBezTo>
                      <a:pt x="65843" y="23313"/>
                      <a:pt x="67305" y="18032"/>
                      <a:pt x="65974" y="12894"/>
                    </a:cubicBezTo>
                    <a:cubicBezTo>
                      <a:pt x="64979" y="9004"/>
                      <a:pt x="62400" y="5653"/>
                      <a:pt x="59120" y="3379"/>
                    </a:cubicBezTo>
                    <a:cubicBezTo>
                      <a:pt x="55922" y="1150"/>
                      <a:pt x="52115" y="0"/>
                      <a:pt x="482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6"/>
              <p:cNvSpPr/>
              <p:nvPr/>
            </p:nvSpPr>
            <p:spPr>
              <a:xfrm rot="-2190436">
                <a:off x="6767466" y="2309917"/>
                <a:ext cx="3389217" cy="2184986"/>
              </a:xfrm>
              <a:custGeom>
                <a:avLst/>
                <a:gdLst/>
                <a:ahLst/>
                <a:cxnLst/>
                <a:rect l="l" t="t" r="r" b="b"/>
                <a:pathLst>
                  <a:path w="68641" h="44252" extrusionOk="0">
                    <a:moveTo>
                      <a:pt x="67677" y="0"/>
                    </a:moveTo>
                    <a:cubicBezTo>
                      <a:pt x="65155" y="0"/>
                      <a:pt x="62741" y="1012"/>
                      <a:pt x="60731" y="2524"/>
                    </a:cubicBezTo>
                    <a:cubicBezTo>
                      <a:pt x="58294" y="4352"/>
                      <a:pt x="56516" y="6829"/>
                      <a:pt x="55074" y="9480"/>
                    </a:cubicBezTo>
                    <a:cubicBezTo>
                      <a:pt x="52160" y="14852"/>
                      <a:pt x="50383" y="21107"/>
                      <a:pt x="45621" y="25240"/>
                    </a:cubicBezTo>
                    <a:cubicBezTo>
                      <a:pt x="44504" y="26215"/>
                      <a:pt x="43245" y="27027"/>
                      <a:pt x="41864" y="27576"/>
                    </a:cubicBezTo>
                    <a:cubicBezTo>
                      <a:pt x="40310" y="28185"/>
                      <a:pt x="38644" y="28459"/>
                      <a:pt x="36979" y="28499"/>
                    </a:cubicBezTo>
                    <a:cubicBezTo>
                      <a:pt x="36764" y="28506"/>
                      <a:pt x="36550" y="28509"/>
                      <a:pt x="36335" y="28509"/>
                    </a:cubicBezTo>
                    <a:cubicBezTo>
                      <a:pt x="33195" y="28509"/>
                      <a:pt x="30095" y="27846"/>
                      <a:pt x="26977" y="27504"/>
                    </a:cubicBezTo>
                    <a:cubicBezTo>
                      <a:pt x="25877" y="27383"/>
                      <a:pt x="24780" y="27316"/>
                      <a:pt x="23686" y="27316"/>
                    </a:cubicBezTo>
                    <a:cubicBezTo>
                      <a:pt x="21954" y="27316"/>
                      <a:pt x="20230" y="27484"/>
                      <a:pt x="18518" y="27870"/>
                    </a:cubicBezTo>
                    <a:cubicBezTo>
                      <a:pt x="15918" y="28459"/>
                      <a:pt x="13420" y="29464"/>
                      <a:pt x="11125" y="30815"/>
                    </a:cubicBezTo>
                    <a:cubicBezTo>
                      <a:pt x="6576" y="33506"/>
                      <a:pt x="2799" y="37578"/>
                      <a:pt x="687" y="42442"/>
                    </a:cubicBezTo>
                    <a:cubicBezTo>
                      <a:pt x="433" y="43020"/>
                      <a:pt x="210" y="43609"/>
                      <a:pt x="7" y="44209"/>
                    </a:cubicBezTo>
                    <a:cubicBezTo>
                      <a:pt x="0" y="44234"/>
                      <a:pt x="21" y="44251"/>
                      <a:pt x="40" y="44251"/>
                    </a:cubicBezTo>
                    <a:cubicBezTo>
                      <a:pt x="52" y="44251"/>
                      <a:pt x="64" y="44245"/>
                      <a:pt x="68" y="44229"/>
                    </a:cubicBezTo>
                    <a:cubicBezTo>
                      <a:pt x="1824" y="39080"/>
                      <a:pt x="5398" y="34673"/>
                      <a:pt x="9897" y="31668"/>
                    </a:cubicBezTo>
                    <a:cubicBezTo>
                      <a:pt x="14007" y="28925"/>
                      <a:pt x="18839" y="27367"/>
                      <a:pt x="23767" y="27367"/>
                    </a:cubicBezTo>
                    <a:cubicBezTo>
                      <a:pt x="24257" y="27367"/>
                      <a:pt x="24749" y="27382"/>
                      <a:pt x="25240" y="27413"/>
                    </a:cubicBezTo>
                    <a:cubicBezTo>
                      <a:pt x="28866" y="27644"/>
                      <a:pt x="32681" y="28556"/>
                      <a:pt x="36366" y="28556"/>
                    </a:cubicBezTo>
                    <a:cubicBezTo>
                      <a:pt x="38998" y="28556"/>
                      <a:pt x="41563" y="28091"/>
                      <a:pt x="43945" y="26581"/>
                    </a:cubicBezTo>
                    <a:cubicBezTo>
                      <a:pt x="49053" y="23351"/>
                      <a:pt x="51308" y="17411"/>
                      <a:pt x="53785" y="12202"/>
                    </a:cubicBezTo>
                    <a:cubicBezTo>
                      <a:pt x="55126" y="9368"/>
                      <a:pt x="56638" y="6535"/>
                      <a:pt x="58852" y="4271"/>
                    </a:cubicBezTo>
                    <a:cubicBezTo>
                      <a:pt x="60893" y="2179"/>
                      <a:pt x="63543" y="493"/>
                      <a:pt x="66488" y="138"/>
                    </a:cubicBezTo>
                    <a:cubicBezTo>
                      <a:pt x="66861" y="89"/>
                      <a:pt x="67236" y="66"/>
                      <a:pt x="67611" y="66"/>
                    </a:cubicBezTo>
                    <a:cubicBezTo>
                      <a:pt x="67941" y="66"/>
                      <a:pt x="68272" y="84"/>
                      <a:pt x="68600" y="118"/>
                    </a:cubicBezTo>
                    <a:cubicBezTo>
                      <a:pt x="68641" y="118"/>
                      <a:pt x="68641" y="57"/>
                      <a:pt x="68600" y="46"/>
                    </a:cubicBezTo>
                    <a:cubicBezTo>
                      <a:pt x="68291" y="15"/>
                      <a:pt x="67983" y="0"/>
                      <a:pt x="676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6"/>
              <p:cNvSpPr/>
              <p:nvPr/>
            </p:nvSpPr>
            <p:spPr>
              <a:xfrm rot="-3790971">
                <a:off x="2411629" y="580018"/>
                <a:ext cx="3827959" cy="4070931"/>
              </a:xfrm>
              <a:custGeom>
                <a:avLst/>
                <a:gdLst/>
                <a:ahLst/>
                <a:cxnLst/>
                <a:rect l="l" t="t" r="r" b="b"/>
                <a:pathLst>
                  <a:path w="37197" h="39558" extrusionOk="0">
                    <a:moveTo>
                      <a:pt x="8059" y="63"/>
                    </a:moveTo>
                    <a:cubicBezTo>
                      <a:pt x="8465" y="63"/>
                      <a:pt x="8871" y="115"/>
                      <a:pt x="9271" y="227"/>
                    </a:cubicBezTo>
                    <a:cubicBezTo>
                      <a:pt x="9993" y="430"/>
                      <a:pt x="10612" y="867"/>
                      <a:pt x="11221" y="1303"/>
                    </a:cubicBezTo>
                    <a:cubicBezTo>
                      <a:pt x="12003" y="1872"/>
                      <a:pt x="12683" y="2562"/>
                      <a:pt x="13232" y="3375"/>
                    </a:cubicBezTo>
                    <a:cubicBezTo>
                      <a:pt x="13709" y="4086"/>
                      <a:pt x="14075" y="4868"/>
                      <a:pt x="14430" y="5640"/>
                    </a:cubicBezTo>
                    <a:cubicBezTo>
                      <a:pt x="15232" y="7396"/>
                      <a:pt x="16136" y="9112"/>
                      <a:pt x="17334" y="10645"/>
                    </a:cubicBezTo>
                    <a:cubicBezTo>
                      <a:pt x="17934" y="11417"/>
                      <a:pt x="18654" y="12118"/>
                      <a:pt x="19518" y="12585"/>
                    </a:cubicBezTo>
                    <a:cubicBezTo>
                      <a:pt x="20380" y="13052"/>
                      <a:pt x="21355" y="13276"/>
                      <a:pt x="22330" y="13357"/>
                    </a:cubicBezTo>
                    <a:cubicBezTo>
                      <a:pt x="22751" y="13391"/>
                      <a:pt x="23173" y="13403"/>
                      <a:pt x="23596" y="13403"/>
                    </a:cubicBezTo>
                    <a:cubicBezTo>
                      <a:pt x="24525" y="13403"/>
                      <a:pt x="25460" y="13346"/>
                      <a:pt x="26392" y="13346"/>
                    </a:cubicBezTo>
                    <a:cubicBezTo>
                      <a:pt x="27167" y="13346"/>
                      <a:pt x="27940" y="13386"/>
                      <a:pt x="28707" y="13529"/>
                    </a:cubicBezTo>
                    <a:cubicBezTo>
                      <a:pt x="32252" y="14200"/>
                      <a:pt x="35044" y="17063"/>
                      <a:pt x="36273" y="20364"/>
                    </a:cubicBezTo>
                    <a:cubicBezTo>
                      <a:pt x="36923" y="22079"/>
                      <a:pt x="37135" y="23918"/>
                      <a:pt x="36912" y="25746"/>
                    </a:cubicBezTo>
                    <a:cubicBezTo>
                      <a:pt x="36668" y="27644"/>
                      <a:pt x="35988" y="29462"/>
                      <a:pt x="35003" y="31097"/>
                    </a:cubicBezTo>
                    <a:cubicBezTo>
                      <a:pt x="32942" y="34529"/>
                      <a:pt x="29621" y="37068"/>
                      <a:pt x="25864" y="38388"/>
                    </a:cubicBezTo>
                    <a:cubicBezTo>
                      <a:pt x="23789" y="39119"/>
                      <a:pt x="21584" y="39491"/>
                      <a:pt x="19379" y="39491"/>
                    </a:cubicBezTo>
                    <a:cubicBezTo>
                      <a:pt x="17387" y="39491"/>
                      <a:pt x="15394" y="39187"/>
                      <a:pt x="13496" y="38571"/>
                    </a:cubicBezTo>
                    <a:cubicBezTo>
                      <a:pt x="9851" y="37383"/>
                      <a:pt x="6611" y="35027"/>
                      <a:pt x="4275" y="31990"/>
                    </a:cubicBezTo>
                    <a:cubicBezTo>
                      <a:pt x="3118" y="30487"/>
                      <a:pt x="2183" y="28822"/>
                      <a:pt x="1524" y="27055"/>
                    </a:cubicBezTo>
                    <a:cubicBezTo>
                      <a:pt x="721" y="24882"/>
                      <a:pt x="315" y="22577"/>
                      <a:pt x="183" y="20262"/>
                    </a:cubicBezTo>
                    <a:cubicBezTo>
                      <a:pt x="41" y="17967"/>
                      <a:pt x="163" y="15672"/>
                      <a:pt x="376" y="13387"/>
                    </a:cubicBezTo>
                    <a:cubicBezTo>
                      <a:pt x="477" y="12240"/>
                      <a:pt x="610" y="11113"/>
                      <a:pt x="752" y="9975"/>
                    </a:cubicBezTo>
                    <a:cubicBezTo>
                      <a:pt x="884" y="8919"/>
                      <a:pt x="1036" y="7863"/>
                      <a:pt x="1290" y="6827"/>
                    </a:cubicBezTo>
                    <a:cubicBezTo>
                      <a:pt x="1768" y="4857"/>
                      <a:pt x="2610" y="2867"/>
                      <a:pt x="4205" y="1557"/>
                    </a:cubicBezTo>
                    <a:cubicBezTo>
                      <a:pt x="5275" y="676"/>
                      <a:pt x="6662" y="63"/>
                      <a:pt x="8059" y="63"/>
                    </a:cubicBezTo>
                    <a:close/>
                    <a:moveTo>
                      <a:pt x="8072" y="0"/>
                    </a:moveTo>
                    <a:cubicBezTo>
                      <a:pt x="7618" y="0"/>
                      <a:pt x="7163" y="62"/>
                      <a:pt x="6723" y="176"/>
                    </a:cubicBezTo>
                    <a:cubicBezTo>
                      <a:pt x="4925" y="644"/>
                      <a:pt x="3433" y="1892"/>
                      <a:pt x="2499" y="3487"/>
                    </a:cubicBezTo>
                    <a:cubicBezTo>
                      <a:pt x="1432" y="5324"/>
                      <a:pt x="1016" y="7447"/>
                      <a:pt x="741" y="9528"/>
                    </a:cubicBezTo>
                    <a:cubicBezTo>
                      <a:pt x="427" y="11834"/>
                      <a:pt x="183" y="14159"/>
                      <a:pt x="92" y="16485"/>
                    </a:cubicBezTo>
                    <a:cubicBezTo>
                      <a:pt x="1" y="18810"/>
                      <a:pt x="71" y="21156"/>
                      <a:pt x="488" y="23451"/>
                    </a:cubicBezTo>
                    <a:cubicBezTo>
                      <a:pt x="863" y="25543"/>
                      <a:pt x="1524" y="27583"/>
                      <a:pt x="2539" y="29452"/>
                    </a:cubicBezTo>
                    <a:cubicBezTo>
                      <a:pt x="3453" y="31137"/>
                      <a:pt x="4621" y="32681"/>
                      <a:pt x="5981" y="34032"/>
                    </a:cubicBezTo>
                    <a:cubicBezTo>
                      <a:pt x="7342" y="35372"/>
                      <a:pt x="8896" y="36510"/>
                      <a:pt x="10582" y="37403"/>
                    </a:cubicBezTo>
                    <a:cubicBezTo>
                      <a:pt x="12369" y="38347"/>
                      <a:pt x="14298" y="38987"/>
                      <a:pt x="16298" y="39312"/>
                    </a:cubicBezTo>
                    <a:cubicBezTo>
                      <a:pt x="17316" y="39476"/>
                      <a:pt x="18346" y="39557"/>
                      <a:pt x="19377" y="39557"/>
                    </a:cubicBezTo>
                    <a:cubicBezTo>
                      <a:pt x="20453" y="39557"/>
                      <a:pt x="21530" y="39468"/>
                      <a:pt x="22594" y="39292"/>
                    </a:cubicBezTo>
                    <a:cubicBezTo>
                      <a:pt x="24676" y="38947"/>
                      <a:pt x="26707" y="38266"/>
                      <a:pt x="28576" y="37261"/>
                    </a:cubicBezTo>
                    <a:cubicBezTo>
                      <a:pt x="30291" y="36337"/>
                      <a:pt x="31855" y="35118"/>
                      <a:pt x="33165" y="33676"/>
                    </a:cubicBezTo>
                    <a:cubicBezTo>
                      <a:pt x="34455" y="32254"/>
                      <a:pt x="35511" y="30620"/>
                      <a:pt x="36201" y="28822"/>
                    </a:cubicBezTo>
                    <a:cubicBezTo>
                      <a:pt x="36871" y="27076"/>
                      <a:pt x="37196" y="25166"/>
                      <a:pt x="37024" y="23298"/>
                    </a:cubicBezTo>
                    <a:cubicBezTo>
                      <a:pt x="36862" y="21511"/>
                      <a:pt x="36252" y="19764"/>
                      <a:pt x="35308" y="18241"/>
                    </a:cubicBezTo>
                    <a:cubicBezTo>
                      <a:pt x="34384" y="16749"/>
                      <a:pt x="33125" y="15449"/>
                      <a:pt x="31611" y="14555"/>
                    </a:cubicBezTo>
                    <a:cubicBezTo>
                      <a:pt x="30850" y="14118"/>
                      <a:pt x="30038" y="13773"/>
                      <a:pt x="29185" y="13560"/>
                    </a:cubicBezTo>
                    <a:cubicBezTo>
                      <a:pt x="28283" y="13344"/>
                      <a:pt x="27356" y="13284"/>
                      <a:pt x="26434" y="13284"/>
                    </a:cubicBezTo>
                    <a:cubicBezTo>
                      <a:pt x="26359" y="13284"/>
                      <a:pt x="26284" y="13285"/>
                      <a:pt x="26209" y="13286"/>
                    </a:cubicBezTo>
                    <a:cubicBezTo>
                      <a:pt x="25356" y="13290"/>
                      <a:pt x="24474" y="13342"/>
                      <a:pt x="23596" y="13342"/>
                    </a:cubicBezTo>
                    <a:cubicBezTo>
                      <a:pt x="22268" y="13342"/>
                      <a:pt x="20949" y="13222"/>
                      <a:pt x="19751" y="12636"/>
                    </a:cubicBezTo>
                    <a:cubicBezTo>
                      <a:pt x="18817" y="12179"/>
                      <a:pt x="18055" y="11448"/>
                      <a:pt x="17415" y="10645"/>
                    </a:cubicBezTo>
                    <a:cubicBezTo>
                      <a:pt x="16756" y="9813"/>
                      <a:pt x="16187" y="8909"/>
                      <a:pt x="15669" y="7995"/>
                    </a:cubicBezTo>
                    <a:cubicBezTo>
                      <a:pt x="14765" y="6411"/>
                      <a:pt x="14206" y="4634"/>
                      <a:pt x="13150" y="3151"/>
                    </a:cubicBezTo>
                    <a:cubicBezTo>
                      <a:pt x="12633" y="2410"/>
                      <a:pt x="11983" y="1781"/>
                      <a:pt x="11252" y="1242"/>
                    </a:cubicBezTo>
                    <a:cubicBezTo>
                      <a:pt x="10622" y="795"/>
                      <a:pt x="9993" y="349"/>
                      <a:pt x="9241" y="146"/>
                    </a:cubicBezTo>
                    <a:cubicBezTo>
                      <a:pt x="8859" y="47"/>
                      <a:pt x="8466" y="0"/>
                      <a:pt x="80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6"/>
              <p:cNvSpPr/>
              <p:nvPr/>
            </p:nvSpPr>
            <p:spPr>
              <a:xfrm rot="602346">
                <a:off x="-1813998" y="642690"/>
                <a:ext cx="6301923" cy="4272111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6"/>
              <p:cNvSpPr/>
              <p:nvPr/>
            </p:nvSpPr>
            <p:spPr>
              <a:xfrm rot="-565460" flipH="1">
                <a:off x="3928777" y="960008"/>
                <a:ext cx="5920740" cy="4013705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6"/>
              <p:cNvSpPr/>
              <p:nvPr/>
            </p:nvSpPr>
            <p:spPr>
              <a:xfrm rot="602346">
                <a:off x="-1748673" y="566490"/>
                <a:ext cx="6301923" cy="4272111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6"/>
              <p:cNvSpPr/>
              <p:nvPr/>
            </p:nvSpPr>
            <p:spPr>
              <a:xfrm rot="-3790987">
                <a:off x="2549219" y="722852"/>
                <a:ext cx="3661649" cy="3894065"/>
              </a:xfrm>
              <a:custGeom>
                <a:avLst/>
                <a:gdLst/>
                <a:ahLst/>
                <a:cxnLst/>
                <a:rect l="l" t="t" r="r" b="b"/>
                <a:pathLst>
                  <a:path w="37197" h="39558" extrusionOk="0">
                    <a:moveTo>
                      <a:pt x="8059" y="63"/>
                    </a:moveTo>
                    <a:cubicBezTo>
                      <a:pt x="8465" y="63"/>
                      <a:pt x="8871" y="115"/>
                      <a:pt x="9271" y="227"/>
                    </a:cubicBezTo>
                    <a:cubicBezTo>
                      <a:pt x="9993" y="430"/>
                      <a:pt x="10612" y="867"/>
                      <a:pt x="11221" y="1303"/>
                    </a:cubicBezTo>
                    <a:cubicBezTo>
                      <a:pt x="12003" y="1872"/>
                      <a:pt x="12683" y="2562"/>
                      <a:pt x="13232" y="3375"/>
                    </a:cubicBezTo>
                    <a:cubicBezTo>
                      <a:pt x="13709" y="4086"/>
                      <a:pt x="14075" y="4868"/>
                      <a:pt x="14430" y="5640"/>
                    </a:cubicBezTo>
                    <a:cubicBezTo>
                      <a:pt x="15232" y="7396"/>
                      <a:pt x="16136" y="9112"/>
                      <a:pt x="17334" y="10645"/>
                    </a:cubicBezTo>
                    <a:cubicBezTo>
                      <a:pt x="17934" y="11417"/>
                      <a:pt x="18654" y="12118"/>
                      <a:pt x="19518" y="12585"/>
                    </a:cubicBezTo>
                    <a:cubicBezTo>
                      <a:pt x="20380" y="13052"/>
                      <a:pt x="21355" y="13276"/>
                      <a:pt x="22330" y="13357"/>
                    </a:cubicBezTo>
                    <a:cubicBezTo>
                      <a:pt x="22751" y="13391"/>
                      <a:pt x="23173" y="13403"/>
                      <a:pt x="23596" y="13403"/>
                    </a:cubicBezTo>
                    <a:cubicBezTo>
                      <a:pt x="24525" y="13403"/>
                      <a:pt x="25460" y="13346"/>
                      <a:pt x="26392" y="13346"/>
                    </a:cubicBezTo>
                    <a:cubicBezTo>
                      <a:pt x="27167" y="13346"/>
                      <a:pt x="27940" y="13386"/>
                      <a:pt x="28707" y="13529"/>
                    </a:cubicBezTo>
                    <a:cubicBezTo>
                      <a:pt x="32252" y="14200"/>
                      <a:pt x="35044" y="17063"/>
                      <a:pt x="36273" y="20364"/>
                    </a:cubicBezTo>
                    <a:cubicBezTo>
                      <a:pt x="36923" y="22079"/>
                      <a:pt x="37135" y="23918"/>
                      <a:pt x="36912" y="25746"/>
                    </a:cubicBezTo>
                    <a:cubicBezTo>
                      <a:pt x="36668" y="27644"/>
                      <a:pt x="35988" y="29462"/>
                      <a:pt x="35003" y="31097"/>
                    </a:cubicBezTo>
                    <a:cubicBezTo>
                      <a:pt x="32942" y="34529"/>
                      <a:pt x="29621" y="37068"/>
                      <a:pt x="25864" y="38388"/>
                    </a:cubicBezTo>
                    <a:cubicBezTo>
                      <a:pt x="23789" y="39119"/>
                      <a:pt x="21584" y="39491"/>
                      <a:pt x="19379" y="39491"/>
                    </a:cubicBezTo>
                    <a:cubicBezTo>
                      <a:pt x="17387" y="39491"/>
                      <a:pt x="15394" y="39187"/>
                      <a:pt x="13496" y="38571"/>
                    </a:cubicBezTo>
                    <a:cubicBezTo>
                      <a:pt x="9851" y="37383"/>
                      <a:pt x="6611" y="35027"/>
                      <a:pt x="4275" y="31990"/>
                    </a:cubicBezTo>
                    <a:cubicBezTo>
                      <a:pt x="3118" y="30487"/>
                      <a:pt x="2183" y="28822"/>
                      <a:pt x="1524" y="27055"/>
                    </a:cubicBezTo>
                    <a:cubicBezTo>
                      <a:pt x="721" y="24882"/>
                      <a:pt x="315" y="22577"/>
                      <a:pt x="183" y="20262"/>
                    </a:cubicBezTo>
                    <a:cubicBezTo>
                      <a:pt x="41" y="17967"/>
                      <a:pt x="163" y="15672"/>
                      <a:pt x="376" y="13387"/>
                    </a:cubicBezTo>
                    <a:cubicBezTo>
                      <a:pt x="477" y="12240"/>
                      <a:pt x="610" y="11113"/>
                      <a:pt x="752" y="9975"/>
                    </a:cubicBezTo>
                    <a:cubicBezTo>
                      <a:pt x="884" y="8919"/>
                      <a:pt x="1036" y="7863"/>
                      <a:pt x="1290" y="6827"/>
                    </a:cubicBezTo>
                    <a:cubicBezTo>
                      <a:pt x="1768" y="4857"/>
                      <a:pt x="2610" y="2867"/>
                      <a:pt x="4205" y="1557"/>
                    </a:cubicBezTo>
                    <a:cubicBezTo>
                      <a:pt x="5275" y="676"/>
                      <a:pt x="6662" y="63"/>
                      <a:pt x="8059" y="63"/>
                    </a:cubicBezTo>
                    <a:close/>
                    <a:moveTo>
                      <a:pt x="8072" y="0"/>
                    </a:moveTo>
                    <a:cubicBezTo>
                      <a:pt x="7618" y="0"/>
                      <a:pt x="7163" y="62"/>
                      <a:pt x="6723" y="176"/>
                    </a:cubicBezTo>
                    <a:cubicBezTo>
                      <a:pt x="4925" y="644"/>
                      <a:pt x="3433" y="1892"/>
                      <a:pt x="2499" y="3487"/>
                    </a:cubicBezTo>
                    <a:cubicBezTo>
                      <a:pt x="1432" y="5324"/>
                      <a:pt x="1016" y="7447"/>
                      <a:pt x="741" y="9528"/>
                    </a:cubicBezTo>
                    <a:cubicBezTo>
                      <a:pt x="427" y="11834"/>
                      <a:pt x="183" y="14159"/>
                      <a:pt x="92" y="16485"/>
                    </a:cubicBezTo>
                    <a:cubicBezTo>
                      <a:pt x="1" y="18810"/>
                      <a:pt x="71" y="21156"/>
                      <a:pt x="488" y="23451"/>
                    </a:cubicBezTo>
                    <a:cubicBezTo>
                      <a:pt x="863" y="25543"/>
                      <a:pt x="1524" y="27583"/>
                      <a:pt x="2539" y="29452"/>
                    </a:cubicBezTo>
                    <a:cubicBezTo>
                      <a:pt x="3453" y="31137"/>
                      <a:pt x="4621" y="32681"/>
                      <a:pt x="5981" y="34032"/>
                    </a:cubicBezTo>
                    <a:cubicBezTo>
                      <a:pt x="7342" y="35372"/>
                      <a:pt x="8896" y="36510"/>
                      <a:pt x="10582" y="37403"/>
                    </a:cubicBezTo>
                    <a:cubicBezTo>
                      <a:pt x="12369" y="38347"/>
                      <a:pt x="14298" y="38987"/>
                      <a:pt x="16298" y="39312"/>
                    </a:cubicBezTo>
                    <a:cubicBezTo>
                      <a:pt x="17316" y="39476"/>
                      <a:pt x="18346" y="39557"/>
                      <a:pt x="19377" y="39557"/>
                    </a:cubicBezTo>
                    <a:cubicBezTo>
                      <a:pt x="20453" y="39557"/>
                      <a:pt x="21530" y="39468"/>
                      <a:pt x="22594" y="39292"/>
                    </a:cubicBezTo>
                    <a:cubicBezTo>
                      <a:pt x="24676" y="38947"/>
                      <a:pt x="26707" y="38266"/>
                      <a:pt x="28576" y="37261"/>
                    </a:cubicBezTo>
                    <a:cubicBezTo>
                      <a:pt x="30291" y="36337"/>
                      <a:pt x="31855" y="35118"/>
                      <a:pt x="33165" y="33676"/>
                    </a:cubicBezTo>
                    <a:cubicBezTo>
                      <a:pt x="34455" y="32254"/>
                      <a:pt x="35511" y="30620"/>
                      <a:pt x="36201" y="28822"/>
                    </a:cubicBezTo>
                    <a:cubicBezTo>
                      <a:pt x="36871" y="27076"/>
                      <a:pt x="37196" y="25166"/>
                      <a:pt x="37024" y="23298"/>
                    </a:cubicBezTo>
                    <a:cubicBezTo>
                      <a:pt x="36862" y="21511"/>
                      <a:pt x="36252" y="19764"/>
                      <a:pt x="35308" y="18241"/>
                    </a:cubicBezTo>
                    <a:cubicBezTo>
                      <a:pt x="34384" y="16749"/>
                      <a:pt x="33125" y="15449"/>
                      <a:pt x="31611" y="14555"/>
                    </a:cubicBezTo>
                    <a:cubicBezTo>
                      <a:pt x="30850" y="14118"/>
                      <a:pt x="30038" y="13773"/>
                      <a:pt x="29185" y="13560"/>
                    </a:cubicBezTo>
                    <a:cubicBezTo>
                      <a:pt x="28283" y="13344"/>
                      <a:pt x="27356" y="13284"/>
                      <a:pt x="26434" y="13284"/>
                    </a:cubicBezTo>
                    <a:cubicBezTo>
                      <a:pt x="26359" y="13284"/>
                      <a:pt x="26284" y="13285"/>
                      <a:pt x="26209" y="13286"/>
                    </a:cubicBezTo>
                    <a:cubicBezTo>
                      <a:pt x="25356" y="13290"/>
                      <a:pt x="24474" y="13342"/>
                      <a:pt x="23596" y="13342"/>
                    </a:cubicBezTo>
                    <a:cubicBezTo>
                      <a:pt x="22268" y="13342"/>
                      <a:pt x="20949" y="13222"/>
                      <a:pt x="19751" y="12636"/>
                    </a:cubicBezTo>
                    <a:cubicBezTo>
                      <a:pt x="18817" y="12179"/>
                      <a:pt x="18055" y="11448"/>
                      <a:pt x="17415" y="10645"/>
                    </a:cubicBezTo>
                    <a:cubicBezTo>
                      <a:pt x="16756" y="9813"/>
                      <a:pt x="16187" y="8909"/>
                      <a:pt x="15669" y="7995"/>
                    </a:cubicBezTo>
                    <a:cubicBezTo>
                      <a:pt x="14765" y="6411"/>
                      <a:pt x="14206" y="4634"/>
                      <a:pt x="13150" y="3151"/>
                    </a:cubicBezTo>
                    <a:cubicBezTo>
                      <a:pt x="12633" y="2410"/>
                      <a:pt x="11983" y="1781"/>
                      <a:pt x="11252" y="1242"/>
                    </a:cubicBezTo>
                    <a:cubicBezTo>
                      <a:pt x="10622" y="795"/>
                      <a:pt x="9993" y="349"/>
                      <a:pt x="9241" y="146"/>
                    </a:cubicBezTo>
                    <a:cubicBezTo>
                      <a:pt x="8859" y="47"/>
                      <a:pt x="8466" y="0"/>
                      <a:pt x="80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6"/>
              <p:cNvSpPr/>
              <p:nvPr/>
            </p:nvSpPr>
            <p:spPr>
              <a:xfrm rot="-565460" flipH="1">
                <a:off x="4004977" y="960008"/>
                <a:ext cx="5920740" cy="4013705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6"/>
              <p:cNvSpPr/>
              <p:nvPr/>
            </p:nvSpPr>
            <p:spPr>
              <a:xfrm rot="-2190436">
                <a:off x="6767466" y="2203417"/>
                <a:ext cx="3389217" cy="2184986"/>
              </a:xfrm>
              <a:custGeom>
                <a:avLst/>
                <a:gdLst/>
                <a:ahLst/>
                <a:cxnLst/>
                <a:rect l="l" t="t" r="r" b="b"/>
                <a:pathLst>
                  <a:path w="68641" h="44252" extrusionOk="0">
                    <a:moveTo>
                      <a:pt x="67677" y="0"/>
                    </a:moveTo>
                    <a:cubicBezTo>
                      <a:pt x="65155" y="0"/>
                      <a:pt x="62741" y="1012"/>
                      <a:pt x="60731" y="2524"/>
                    </a:cubicBezTo>
                    <a:cubicBezTo>
                      <a:pt x="58294" y="4352"/>
                      <a:pt x="56516" y="6829"/>
                      <a:pt x="55074" y="9480"/>
                    </a:cubicBezTo>
                    <a:cubicBezTo>
                      <a:pt x="52160" y="14852"/>
                      <a:pt x="50383" y="21107"/>
                      <a:pt x="45621" y="25240"/>
                    </a:cubicBezTo>
                    <a:cubicBezTo>
                      <a:pt x="44504" y="26215"/>
                      <a:pt x="43245" y="27027"/>
                      <a:pt x="41864" y="27576"/>
                    </a:cubicBezTo>
                    <a:cubicBezTo>
                      <a:pt x="40310" y="28185"/>
                      <a:pt x="38644" y="28459"/>
                      <a:pt x="36979" y="28499"/>
                    </a:cubicBezTo>
                    <a:cubicBezTo>
                      <a:pt x="36764" y="28506"/>
                      <a:pt x="36550" y="28509"/>
                      <a:pt x="36335" y="28509"/>
                    </a:cubicBezTo>
                    <a:cubicBezTo>
                      <a:pt x="33195" y="28509"/>
                      <a:pt x="30095" y="27846"/>
                      <a:pt x="26977" y="27504"/>
                    </a:cubicBezTo>
                    <a:cubicBezTo>
                      <a:pt x="25877" y="27383"/>
                      <a:pt x="24780" y="27316"/>
                      <a:pt x="23686" y="27316"/>
                    </a:cubicBezTo>
                    <a:cubicBezTo>
                      <a:pt x="21954" y="27316"/>
                      <a:pt x="20230" y="27484"/>
                      <a:pt x="18518" y="27870"/>
                    </a:cubicBezTo>
                    <a:cubicBezTo>
                      <a:pt x="15918" y="28459"/>
                      <a:pt x="13420" y="29464"/>
                      <a:pt x="11125" y="30815"/>
                    </a:cubicBezTo>
                    <a:cubicBezTo>
                      <a:pt x="6576" y="33506"/>
                      <a:pt x="2799" y="37578"/>
                      <a:pt x="687" y="42442"/>
                    </a:cubicBezTo>
                    <a:cubicBezTo>
                      <a:pt x="433" y="43020"/>
                      <a:pt x="210" y="43609"/>
                      <a:pt x="7" y="44209"/>
                    </a:cubicBezTo>
                    <a:cubicBezTo>
                      <a:pt x="0" y="44234"/>
                      <a:pt x="21" y="44251"/>
                      <a:pt x="40" y="44251"/>
                    </a:cubicBezTo>
                    <a:cubicBezTo>
                      <a:pt x="52" y="44251"/>
                      <a:pt x="64" y="44245"/>
                      <a:pt x="68" y="44229"/>
                    </a:cubicBezTo>
                    <a:cubicBezTo>
                      <a:pt x="1824" y="39080"/>
                      <a:pt x="5398" y="34673"/>
                      <a:pt x="9897" y="31668"/>
                    </a:cubicBezTo>
                    <a:cubicBezTo>
                      <a:pt x="14007" y="28925"/>
                      <a:pt x="18839" y="27367"/>
                      <a:pt x="23767" y="27367"/>
                    </a:cubicBezTo>
                    <a:cubicBezTo>
                      <a:pt x="24257" y="27367"/>
                      <a:pt x="24749" y="27382"/>
                      <a:pt x="25240" y="27413"/>
                    </a:cubicBezTo>
                    <a:cubicBezTo>
                      <a:pt x="28866" y="27644"/>
                      <a:pt x="32681" y="28556"/>
                      <a:pt x="36366" y="28556"/>
                    </a:cubicBezTo>
                    <a:cubicBezTo>
                      <a:pt x="38998" y="28556"/>
                      <a:pt x="41563" y="28091"/>
                      <a:pt x="43945" y="26581"/>
                    </a:cubicBezTo>
                    <a:cubicBezTo>
                      <a:pt x="49053" y="23351"/>
                      <a:pt x="51308" y="17411"/>
                      <a:pt x="53785" y="12202"/>
                    </a:cubicBezTo>
                    <a:cubicBezTo>
                      <a:pt x="55126" y="9368"/>
                      <a:pt x="56638" y="6535"/>
                      <a:pt x="58852" y="4271"/>
                    </a:cubicBezTo>
                    <a:cubicBezTo>
                      <a:pt x="60893" y="2179"/>
                      <a:pt x="63543" y="493"/>
                      <a:pt x="66488" y="138"/>
                    </a:cubicBezTo>
                    <a:cubicBezTo>
                      <a:pt x="66861" y="89"/>
                      <a:pt x="67236" y="66"/>
                      <a:pt x="67611" y="66"/>
                    </a:cubicBezTo>
                    <a:cubicBezTo>
                      <a:pt x="67941" y="66"/>
                      <a:pt x="68272" y="84"/>
                      <a:pt x="68600" y="118"/>
                    </a:cubicBezTo>
                    <a:cubicBezTo>
                      <a:pt x="68641" y="118"/>
                      <a:pt x="68641" y="57"/>
                      <a:pt x="68600" y="46"/>
                    </a:cubicBezTo>
                    <a:cubicBezTo>
                      <a:pt x="68291" y="15"/>
                      <a:pt x="67983" y="0"/>
                      <a:pt x="676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6"/>
              <p:cNvSpPr/>
              <p:nvPr/>
            </p:nvSpPr>
            <p:spPr>
              <a:xfrm rot="9272496">
                <a:off x="784504" y="-1103050"/>
                <a:ext cx="4382991" cy="2835046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55463" extrusionOk="0">
                    <a:moveTo>
                      <a:pt x="48227" y="0"/>
                    </a:moveTo>
                    <a:cubicBezTo>
                      <a:pt x="47882" y="0"/>
                      <a:pt x="47535" y="9"/>
                      <a:pt x="47188" y="28"/>
                    </a:cubicBezTo>
                    <a:cubicBezTo>
                      <a:pt x="42599" y="282"/>
                      <a:pt x="38151" y="2018"/>
                      <a:pt x="34455" y="4719"/>
                    </a:cubicBezTo>
                    <a:cubicBezTo>
                      <a:pt x="30372" y="7705"/>
                      <a:pt x="27509" y="11899"/>
                      <a:pt x="24311" y="15737"/>
                    </a:cubicBezTo>
                    <a:cubicBezTo>
                      <a:pt x="21142" y="19545"/>
                      <a:pt x="17345" y="23231"/>
                      <a:pt x="12338" y="24338"/>
                    </a:cubicBezTo>
                    <a:cubicBezTo>
                      <a:pt x="11445" y="24532"/>
                      <a:pt x="10521" y="24639"/>
                      <a:pt x="9599" y="24639"/>
                    </a:cubicBezTo>
                    <a:cubicBezTo>
                      <a:pt x="8059" y="24639"/>
                      <a:pt x="6524" y="24340"/>
                      <a:pt x="5139" y="23647"/>
                    </a:cubicBezTo>
                    <a:cubicBezTo>
                      <a:pt x="3209" y="22693"/>
                      <a:pt x="1585" y="21027"/>
                      <a:pt x="793" y="19017"/>
                    </a:cubicBezTo>
                    <a:cubicBezTo>
                      <a:pt x="407" y="18052"/>
                      <a:pt x="244" y="17026"/>
                      <a:pt x="305" y="16001"/>
                    </a:cubicBezTo>
                    <a:cubicBezTo>
                      <a:pt x="305" y="15976"/>
                      <a:pt x="287" y="15963"/>
                      <a:pt x="269" y="15963"/>
                    </a:cubicBezTo>
                    <a:cubicBezTo>
                      <a:pt x="252" y="15963"/>
                      <a:pt x="234" y="15976"/>
                      <a:pt x="234" y="16001"/>
                    </a:cubicBezTo>
                    <a:cubicBezTo>
                      <a:pt x="1" y="20032"/>
                      <a:pt x="3291" y="23516"/>
                      <a:pt x="7078" y="24419"/>
                    </a:cubicBezTo>
                    <a:cubicBezTo>
                      <a:pt x="7930" y="24622"/>
                      <a:pt x="8785" y="24716"/>
                      <a:pt x="9633" y="24716"/>
                    </a:cubicBezTo>
                    <a:cubicBezTo>
                      <a:pt x="13412" y="24716"/>
                      <a:pt x="17069" y="22848"/>
                      <a:pt x="19913" y="20418"/>
                    </a:cubicBezTo>
                    <a:cubicBezTo>
                      <a:pt x="23762" y="17128"/>
                      <a:pt x="26514" y="12813"/>
                      <a:pt x="29875" y="9056"/>
                    </a:cubicBezTo>
                    <a:cubicBezTo>
                      <a:pt x="33125" y="5410"/>
                      <a:pt x="37095" y="2546"/>
                      <a:pt x="41786" y="1084"/>
                    </a:cubicBezTo>
                    <a:cubicBezTo>
                      <a:pt x="43888" y="429"/>
                      <a:pt x="46088" y="78"/>
                      <a:pt x="48282" y="78"/>
                    </a:cubicBezTo>
                    <a:cubicBezTo>
                      <a:pt x="50613" y="78"/>
                      <a:pt x="52937" y="475"/>
                      <a:pt x="55129" y="1327"/>
                    </a:cubicBezTo>
                    <a:cubicBezTo>
                      <a:pt x="59049" y="2851"/>
                      <a:pt x="62492" y="5704"/>
                      <a:pt x="64523" y="9401"/>
                    </a:cubicBezTo>
                    <a:cubicBezTo>
                      <a:pt x="65670" y="11513"/>
                      <a:pt x="66259" y="13818"/>
                      <a:pt x="66421" y="16204"/>
                    </a:cubicBezTo>
                    <a:cubicBezTo>
                      <a:pt x="66614" y="18926"/>
                      <a:pt x="66330" y="21657"/>
                      <a:pt x="66218" y="24378"/>
                    </a:cubicBezTo>
                    <a:cubicBezTo>
                      <a:pt x="66046" y="28420"/>
                      <a:pt x="66391" y="32807"/>
                      <a:pt x="68930" y="36148"/>
                    </a:cubicBezTo>
                    <a:cubicBezTo>
                      <a:pt x="70067" y="37640"/>
                      <a:pt x="71600" y="38727"/>
                      <a:pt x="73428" y="39215"/>
                    </a:cubicBezTo>
                    <a:cubicBezTo>
                      <a:pt x="74657" y="39549"/>
                      <a:pt x="75936" y="39651"/>
                      <a:pt x="77196" y="39895"/>
                    </a:cubicBezTo>
                    <a:cubicBezTo>
                      <a:pt x="78343" y="40118"/>
                      <a:pt x="79439" y="40494"/>
                      <a:pt x="80434" y="41113"/>
                    </a:cubicBezTo>
                    <a:cubicBezTo>
                      <a:pt x="82303" y="42261"/>
                      <a:pt x="83745" y="44099"/>
                      <a:pt x="84395" y="46190"/>
                    </a:cubicBezTo>
                    <a:cubicBezTo>
                      <a:pt x="85055" y="48354"/>
                      <a:pt x="84811" y="50750"/>
                      <a:pt x="83826" y="52771"/>
                    </a:cubicBezTo>
                    <a:cubicBezTo>
                      <a:pt x="83339" y="53766"/>
                      <a:pt x="82679" y="54659"/>
                      <a:pt x="81867" y="55411"/>
                    </a:cubicBezTo>
                    <a:cubicBezTo>
                      <a:pt x="81844" y="55434"/>
                      <a:pt x="81866" y="55462"/>
                      <a:pt x="81892" y="55462"/>
                    </a:cubicBezTo>
                    <a:cubicBezTo>
                      <a:pt x="81901" y="55462"/>
                      <a:pt x="81909" y="55459"/>
                      <a:pt x="81917" y="55451"/>
                    </a:cubicBezTo>
                    <a:cubicBezTo>
                      <a:pt x="84974" y="52598"/>
                      <a:pt x="85746" y="47826"/>
                      <a:pt x="83582" y="44220"/>
                    </a:cubicBezTo>
                    <a:cubicBezTo>
                      <a:pt x="82567" y="42514"/>
                      <a:pt x="80993" y="41133"/>
                      <a:pt x="79155" y="40382"/>
                    </a:cubicBezTo>
                    <a:cubicBezTo>
                      <a:pt x="76840" y="39448"/>
                      <a:pt x="74220" y="39702"/>
                      <a:pt x="71956" y="38605"/>
                    </a:cubicBezTo>
                    <a:cubicBezTo>
                      <a:pt x="68229" y="36787"/>
                      <a:pt x="66685" y="32380"/>
                      <a:pt x="66330" y="28512"/>
                    </a:cubicBezTo>
                    <a:cubicBezTo>
                      <a:pt x="65843" y="23313"/>
                      <a:pt x="67305" y="18032"/>
                      <a:pt x="65974" y="12894"/>
                    </a:cubicBezTo>
                    <a:cubicBezTo>
                      <a:pt x="64979" y="9004"/>
                      <a:pt x="62400" y="5653"/>
                      <a:pt x="59120" y="3379"/>
                    </a:cubicBezTo>
                    <a:cubicBezTo>
                      <a:pt x="55922" y="1150"/>
                      <a:pt x="52115" y="0"/>
                      <a:pt x="482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464050" y="445025"/>
            <a:ext cx="6216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Char char="●"/>
              <a:defRPr sz="160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Char char="○"/>
              <a:defRPr sz="160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Char char="■"/>
              <a:defRPr sz="160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Char char="●"/>
              <a:defRPr sz="160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Char char="○"/>
              <a:defRPr sz="160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Char char="■"/>
              <a:defRPr sz="160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Char char="●"/>
              <a:defRPr sz="160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Char char="○"/>
              <a:defRPr sz="160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Char char="■"/>
              <a:defRPr sz="160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71" r:id="rId3"/>
    <p:sldLayoutId id="214748367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0"/>
          <p:cNvSpPr txBox="1">
            <a:spLocks noGrp="1"/>
          </p:cNvSpPr>
          <p:nvPr>
            <p:ph type="ctrTitle"/>
          </p:nvPr>
        </p:nvSpPr>
        <p:spPr>
          <a:xfrm>
            <a:off x="1475850" y="1432063"/>
            <a:ext cx="6192300" cy="217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linker"/>
                <a:ea typeface="Blinker"/>
                <a:cs typeface="Blinker"/>
                <a:sym typeface="Blinker"/>
              </a:rPr>
              <a:t>Movie Info</a:t>
            </a:r>
            <a:endParaRPr dirty="0">
              <a:solidFill>
                <a:schemeClr val="lt2"/>
              </a:solidFill>
              <a:latin typeface="Blinker"/>
              <a:ea typeface="Blinker"/>
              <a:cs typeface="Blinker"/>
              <a:sym typeface="Blinker"/>
            </a:endParaRPr>
          </a:p>
        </p:txBody>
      </p:sp>
      <p:sp>
        <p:nvSpPr>
          <p:cNvPr id="543" name="Google Shape;543;p30"/>
          <p:cNvSpPr txBox="1">
            <a:spLocks noGrp="1"/>
          </p:cNvSpPr>
          <p:nvPr>
            <p:ph type="subTitle" idx="1"/>
          </p:nvPr>
        </p:nvSpPr>
        <p:spPr>
          <a:xfrm>
            <a:off x="1475850" y="3640838"/>
            <a:ext cx="6192300" cy="52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Ni</a:t>
            </a:r>
            <a:r>
              <a:rPr lang="ro-RO" sz="1400" dirty="0" err="1"/>
              <a:t>ță-Gheorghiaș</a:t>
            </a:r>
            <a:r>
              <a:rPr lang="ro-RO" sz="1400" dirty="0"/>
              <a:t> Anelis Ramona, BDTS, 405</a:t>
            </a:r>
            <a:endParaRPr sz="1400" dirty="0"/>
          </a:p>
        </p:txBody>
      </p:sp>
      <p:sp>
        <p:nvSpPr>
          <p:cNvPr id="544" name="Google Shape;544;p30"/>
          <p:cNvSpPr txBox="1">
            <a:spLocks noGrp="1"/>
          </p:cNvSpPr>
          <p:nvPr>
            <p:ph type="subTitle" idx="2"/>
          </p:nvPr>
        </p:nvSpPr>
        <p:spPr>
          <a:xfrm>
            <a:off x="728400" y="631900"/>
            <a:ext cx="41622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Postman Demonstration</a:t>
            </a:r>
            <a:endParaRPr dirty="0"/>
          </a:p>
        </p:txBody>
      </p:sp>
      <p:cxnSp>
        <p:nvCxnSpPr>
          <p:cNvPr id="546" name="Google Shape;546;p30"/>
          <p:cNvCxnSpPr>
            <a:cxnSpLocks/>
          </p:cNvCxnSpPr>
          <p:nvPr/>
        </p:nvCxnSpPr>
        <p:spPr>
          <a:xfrm rot="10800000">
            <a:off x="8258100" y="718150"/>
            <a:ext cx="0" cy="1614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067B4-321E-1B02-28DB-B0C293888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E1F2BB-75A9-E22B-7755-D11B7E0411FC}"/>
              </a:ext>
            </a:extLst>
          </p:cNvPr>
          <p:cNvSpPr txBox="1"/>
          <p:nvPr/>
        </p:nvSpPr>
        <p:spPr>
          <a:xfrm>
            <a:off x="0" y="539075"/>
            <a:ext cx="2079595" cy="31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ro-RO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APIs</a:t>
            </a:r>
            <a:endParaRPr lang="en-GB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82E399-C991-C367-B914-167EE8422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1850796"/>
            <a:ext cx="4680000" cy="22646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9290E6-1AA0-21E2-4F0C-77EB2C58D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000" y="788025"/>
            <a:ext cx="4320000" cy="6295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95337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55766-0378-A18C-70C1-0745EBFEA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2809F0-2112-89E0-3954-9A85E6DD0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000" y="730644"/>
            <a:ext cx="4320000" cy="6182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DCE15C-330A-0622-C66C-D4FCD41A7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000" y="1828350"/>
            <a:ext cx="4680000" cy="219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201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25A0A-D9F7-5A5F-8F9E-572A98C38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AEB610-F213-8DDE-9FBE-58671F875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2036616"/>
            <a:ext cx="4680000" cy="18692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207F37-C47A-99D9-E5A0-5F6666D78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000" y="937472"/>
            <a:ext cx="4320000" cy="5496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36902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C5BE1-E474-F13D-E431-9C16CF97A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A4B9469-37B5-82FC-BC3C-E966DB1CA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1803120"/>
            <a:ext cx="4680000" cy="1537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94D4ED-CE45-2F46-A256-71C102603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000" y="807727"/>
            <a:ext cx="4320000" cy="5749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36043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CFA67C4-E465-37BB-FBBB-696C53E4C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000" y="137705"/>
            <a:ext cx="4320000" cy="5604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7ADD53-F6CD-B827-2171-EE032B6C5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000" y="810252"/>
            <a:ext cx="4680000" cy="39547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F4D921-29D3-5E2D-C5BB-D227490EDA4E}"/>
              </a:ext>
            </a:extLst>
          </p:cNvPr>
          <p:cNvSpPr txBox="1"/>
          <p:nvPr/>
        </p:nvSpPr>
        <p:spPr>
          <a:xfrm>
            <a:off x="0" y="539075"/>
            <a:ext cx="2079595" cy="31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Movie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ro-RO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APIs</a:t>
            </a:r>
            <a:endParaRPr lang="en-GB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707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5C37B-05CC-C801-25ED-50945C3AE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2EDB58-A785-CCBD-BD82-DEE2A0A1F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727970"/>
            <a:ext cx="4680000" cy="40893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B29EC6-10E0-E799-15DF-2745EC7E4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000" y="114971"/>
            <a:ext cx="4320000" cy="5574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87326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951A1-C190-BC37-B4E7-6BD347312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20D2E5-DB41-39B3-A167-40A391F48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994299"/>
            <a:ext cx="4680000" cy="37650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9A2AA9-AC45-CBA8-1878-59D5C9DE7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000" y="134335"/>
            <a:ext cx="4320000" cy="4996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43501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5B2AF-D60E-8744-2F82-8DBF8DDFE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C838E0-3858-8835-D0D1-4C812F12E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1118587"/>
            <a:ext cx="4680000" cy="36681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C977B9-5BAA-1328-EF83-F4A044058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000" y="136490"/>
            <a:ext cx="4320000" cy="5971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32494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C44B6-E93B-FE6C-892B-D8868E9F4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6455E5-6418-F77B-22F9-FB0F29FB3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1553593"/>
            <a:ext cx="4680000" cy="27602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142EAB-5525-19F4-D942-3B8FCBB22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000" y="744286"/>
            <a:ext cx="4320000" cy="5942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61898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1B21E8-6883-B5B6-75C0-DD7A40DF3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1038688"/>
            <a:ext cx="4680000" cy="36771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1862E8-337A-89E5-39C1-8E7999025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000" y="271598"/>
            <a:ext cx="4320000" cy="5658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77573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49436-750E-D7CD-E0B7-C94BBE314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C48E2D-B6A5-EE73-8CC8-A3E8AC237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2293069"/>
            <a:ext cx="4680000" cy="12320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4BD4DB-8906-0D6B-BECD-DCBEAEDCD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000" y="1246197"/>
            <a:ext cx="4320000" cy="5993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00368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992E9-D3EC-10BE-F3BE-7953B006D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E358FA9-CB11-6687-3C54-278EEC456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1686462"/>
            <a:ext cx="4680000" cy="27272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93B84F-CB64-0588-BA0A-47DE2F2CC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000" y="729776"/>
            <a:ext cx="4320000" cy="5631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17CD4CC-7BC0-1FE5-5C6F-A62D33BA2861}"/>
              </a:ext>
            </a:extLst>
          </p:cNvPr>
          <p:cNvSpPr txBox="1"/>
          <p:nvPr/>
        </p:nvSpPr>
        <p:spPr>
          <a:xfrm>
            <a:off x="0" y="539075"/>
            <a:ext cx="2079595" cy="31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Watchlists</a:t>
            </a:r>
            <a:r>
              <a:rPr lang="ro-RO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APIs</a:t>
            </a:r>
            <a:endParaRPr lang="en-GB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075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24A66-0BB4-306D-2965-5C39C589A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CBCE4B-6BBE-E194-E3F5-BD8F149D4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1775785"/>
            <a:ext cx="4680000" cy="15919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8F0C4F-7E48-F3B5-6F1A-C072EAD12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000" y="575609"/>
            <a:ext cx="4320000" cy="5985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17475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39E4C-CEB9-E880-1191-99200AEBA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0235A4-06D6-02A1-4FA4-BE904C343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1474590"/>
            <a:ext cx="4680000" cy="21943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E452BA-2263-3A53-8A83-3434D76B98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858" b="12326"/>
          <a:stretch/>
        </p:blipFill>
        <p:spPr>
          <a:xfrm>
            <a:off x="2412000" y="585927"/>
            <a:ext cx="4320000" cy="5326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33157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9EEE3-C88B-713D-EBA5-C081D6066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06C523-E9D7-721A-9F9D-91A91197C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1832445"/>
            <a:ext cx="4680000" cy="14786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94C6DD-BB62-D2D2-8C58-B01E225C9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000" y="655509"/>
            <a:ext cx="4320000" cy="6017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082993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CDBA1-20F3-3508-F8C8-79ADC951C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9CC067-363B-660F-4BC0-2F4BF7379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1624615"/>
            <a:ext cx="4680000" cy="27181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09C745-7B4D-1199-DD72-3669A354E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000" y="626058"/>
            <a:ext cx="4320000" cy="5641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690BAF-30BC-584F-C315-5842ED59452C}"/>
              </a:ext>
            </a:extLst>
          </p:cNvPr>
          <p:cNvSpPr txBox="1"/>
          <p:nvPr/>
        </p:nvSpPr>
        <p:spPr>
          <a:xfrm>
            <a:off x="0" y="539075"/>
            <a:ext cx="2079595" cy="31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Reviews</a:t>
            </a:r>
            <a:r>
              <a:rPr lang="ro-RO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o-RO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APIs</a:t>
            </a:r>
            <a:endParaRPr lang="en-GB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442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4A92982-0C45-EFE8-8DAD-883405A63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1669003"/>
            <a:ext cx="4680000" cy="27277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9B1863-F642-A453-C8D3-8E26B6237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000" y="586434"/>
            <a:ext cx="4320000" cy="5584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01036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62E1C-6BAE-2898-2D52-091280EF2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FF9C6F-4967-143E-E45F-8C75FDAFD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000" y="692317"/>
            <a:ext cx="4320000" cy="5618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8D4D85-3BE5-ECDB-6CB3-511AF64D3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000" y="1786710"/>
            <a:ext cx="4680000" cy="120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881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9F05C-30A4-CF18-20DF-086AD2C1A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6222E5-A696-A556-89CE-611C66F04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1560471"/>
            <a:ext cx="4680000" cy="20225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10B01C-CDFB-32C3-29B1-EA92EF8C6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000" y="655510"/>
            <a:ext cx="4320000" cy="6017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1D0935-48C9-0526-D3B9-8E658383B9DE}"/>
              </a:ext>
            </a:extLst>
          </p:cNvPr>
          <p:cNvSpPr txBox="1"/>
          <p:nvPr/>
        </p:nvSpPr>
        <p:spPr>
          <a:xfrm>
            <a:off x="8878" y="539075"/>
            <a:ext cx="22231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Watched-movies API</a:t>
            </a:r>
            <a:endParaRPr lang="en-GB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4924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46450-CDFC-F7A3-5FE5-022637B30C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</a:t>
            </a:r>
            <a:r>
              <a:rPr lang="ro-RO" dirty="0"/>
              <a:t>ă mulțumesc!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4977865"/>
      </p:ext>
    </p:extLst>
  </p:cSld>
  <p:clrMapOvr>
    <a:masterClrMapping/>
  </p:clrMapOvr>
</p:sld>
</file>

<file path=ppt/theme/theme1.xml><?xml version="1.0" encoding="utf-8"?>
<a:theme xmlns:a="http://schemas.openxmlformats.org/drawingml/2006/main" name="Web Developer Portfolio by Slidesgo">
  <a:themeElements>
    <a:clrScheme name="Simple Light">
      <a:dk1>
        <a:srgbClr val="FFFFFF"/>
      </a:dk1>
      <a:lt1>
        <a:srgbClr val="022A46"/>
      </a:lt1>
      <a:dk2>
        <a:srgbClr val="72FFDD"/>
      </a:dk2>
      <a:lt2>
        <a:srgbClr val="72FFFF"/>
      </a:lt2>
      <a:accent1>
        <a:srgbClr val="0D3A5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On-screen Show (16:9)</PresentationFormat>
  <Paragraphs>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Blinker</vt:lpstr>
      <vt:lpstr>Courier New</vt:lpstr>
      <vt:lpstr>Arial</vt:lpstr>
      <vt:lpstr>Inconsolata Medium</vt:lpstr>
      <vt:lpstr>Web Developer Portfolio by Slidesgo</vt:lpstr>
      <vt:lpstr>Movie Info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Vă mulțumesc!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Anelis Gheorghias</cp:lastModifiedBy>
  <cp:revision>1</cp:revision>
  <dcterms:modified xsi:type="dcterms:W3CDTF">2025-01-12T22:35:18Z</dcterms:modified>
</cp:coreProperties>
</file>